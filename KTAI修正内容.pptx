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66"/>
    <p:restoredTop sz="94718"/>
  </p:normalViewPr>
  <p:slideViewPr>
    <p:cSldViewPr snapToGrid="0">
      <p:cViewPr>
        <p:scale>
          <a:sx n="124" d="100"/>
          <a:sy n="124" d="100"/>
        </p:scale>
        <p:origin x="4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42FFA-037D-3A40-BDB2-6A63F558D888}" type="datetimeFigureOut">
              <a:rPr kumimoji="1" lang="ja-JP" altLang="en-US" smtClean="0"/>
              <a:t>2025/11/4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4444F7-6B08-014E-9959-3041D075CBB3}" type="slidenum">
              <a:rPr kumimoji="1" lang="ja-JP" altLang="en-US" smtClean="0"/>
              <a:t>‹#›</a:t>
            </a:fld>
            <a:endParaRPr kumimoji="1" lang="ja-JP" altLang="en-US"/>
          </a:p>
        </p:txBody>
      </p:sp>
    </p:spTree>
    <p:extLst>
      <p:ext uri="{BB962C8B-B14F-4D97-AF65-F5344CB8AC3E}">
        <p14:creationId xmlns:p14="http://schemas.microsoft.com/office/powerpoint/2010/main" val="19092502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64444F7-6B08-014E-9959-3041D075CBB3}" type="slidenum">
              <a:rPr kumimoji="1" lang="ja-JP" altLang="en-US" smtClean="0"/>
              <a:t>1</a:t>
            </a:fld>
            <a:endParaRPr kumimoji="1" lang="ja-JP" altLang="en-US"/>
          </a:p>
        </p:txBody>
      </p:sp>
    </p:spTree>
    <p:extLst>
      <p:ext uri="{BB962C8B-B14F-4D97-AF65-F5344CB8AC3E}">
        <p14:creationId xmlns:p14="http://schemas.microsoft.com/office/powerpoint/2010/main" val="1991175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64444F7-6B08-014E-9959-3041D075CBB3}" type="slidenum">
              <a:rPr kumimoji="1" lang="ja-JP" altLang="en-US" smtClean="0"/>
              <a:t>2</a:t>
            </a:fld>
            <a:endParaRPr kumimoji="1" lang="ja-JP" altLang="en-US"/>
          </a:p>
        </p:txBody>
      </p:sp>
    </p:spTree>
    <p:extLst>
      <p:ext uri="{BB962C8B-B14F-4D97-AF65-F5344CB8AC3E}">
        <p14:creationId xmlns:p14="http://schemas.microsoft.com/office/powerpoint/2010/main" val="312404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64444F7-6B08-014E-9959-3041D075CBB3}" type="slidenum">
              <a:rPr kumimoji="1" lang="ja-JP" altLang="en-US" smtClean="0"/>
              <a:t>5</a:t>
            </a:fld>
            <a:endParaRPr kumimoji="1" lang="ja-JP" altLang="en-US"/>
          </a:p>
        </p:txBody>
      </p:sp>
    </p:spTree>
    <p:extLst>
      <p:ext uri="{BB962C8B-B14F-4D97-AF65-F5344CB8AC3E}">
        <p14:creationId xmlns:p14="http://schemas.microsoft.com/office/powerpoint/2010/main" val="3922663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EB7510-4212-9AFB-A560-B4FD0260ADD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D36FDF6-B337-100B-67BD-67A5269A84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A723721-5BB0-F564-181A-E53FCD5ADD26}"/>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0EB98450-2F73-5810-132B-63CED083E2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982402-7614-4159-6D57-A77D154AD6D8}"/>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2081022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AAAB74-D81E-73EA-0CC4-257CD74E95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D9BAF0-F6F8-D23D-196E-B2AB3107D96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C4C26E-8B07-D3D8-39E1-FBCA1D9B1A7A}"/>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6348EA44-11DB-D0C8-E978-6109A1616E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EB6984-F29B-E1CA-DC5B-1B9123EAACDE}"/>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1655808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F06585-A723-60C6-B8D2-2D8671CD629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636D172-213C-78E8-53D5-A908923AF2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15F78A9-1D05-8BB2-0BFF-8C12A981B18D}"/>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130022A8-40EB-60BA-B2A8-49F6B4223D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C29971-C013-CA56-F157-22B1BCC1C0AA}"/>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920026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69F58-2F5E-8562-0090-B8CE9CD47A8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6C73956-CE1D-37D2-A475-46151393509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2C7690-3B1B-AFCE-9488-15F5DF5E27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7903883-8A91-715D-0A79-D2EE14B2AFE7}"/>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6" name="フッター プレースホルダー 5">
            <a:extLst>
              <a:ext uri="{FF2B5EF4-FFF2-40B4-BE49-F238E27FC236}">
                <a16:creationId xmlns:a16="http://schemas.microsoft.com/office/drawing/2014/main" id="{0F77AB17-EEFE-A8E3-F7BE-29DCB62DABF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77F0F40-99DB-3E61-0081-27ECFDC2EB5B}"/>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368975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7A17AB-8673-466E-FED4-1A20A6B0995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5A30ABC-864E-CC7F-976B-7BF0427504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4904FDC-CE60-2FEC-C2BA-E421D43EAD7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4DC9A80-B0BC-CDBD-DD9D-166B56776E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9396688-8D79-2E29-51AF-E784B3CF0F0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D7CD33A-292A-40DD-67D4-182FDE1E6D4B}"/>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8" name="フッター プレースホルダー 7">
            <a:extLst>
              <a:ext uri="{FF2B5EF4-FFF2-40B4-BE49-F238E27FC236}">
                <a16:creationId xmlns:a16="http://schemas.microsoft.com/office/drawing/2014/main" id="{20614678-479E-AB27-8DD6-977CEE7C904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2FAB6FE-F068-659B-7B25-8967BA850810}"/>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2338514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DCFDAE-140D-60F7-2DCD-602160CA84B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64DFDE2-19F1-1602-6604-3FAD05C1EDC9}"/>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4" name="フッター プレースホルダー 3">
            <a:extLst>
              <a:ext uri="{FF2B5EF4-FFF2-40B4-BE49-F238E27FC236}">
                <a16:creationId xmlns:a16="http://schemas.microsoft.com/office/drawing/2014/main" id="{1B57053B-2A17-0A35-CA0B-583132B7D5E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03336C2-BBBF-274D-F4E4-CADE052E14FF}"/>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256807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2AD61BD-848E-11B6-6ADD-9CBD5304E236}"/>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3" name="フッター プレースホルダー 2">
            <a:extLst>
              <a:ext uri="{FF2B5EF4-FFF2-40B4-BE49-F238E27FC236}">
                <a16:creationId xmlns:a16="http://schemas.microsoft.com/office/drawing/2014/main" id="{F0323478-A26C-F02D-6205-41DF00C4B55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42002EE-6B8D-E1CA-F108-674D82534322}"/>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642001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3FEAB-D0A9-B634-F5BE-D34F514A427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B11951B-2998-B2A4-D231-E5D0A14E0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C3892C7-9DEC-222B-CC0D-3D7A3704D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EF22F93-54B2-A511-D5FA-CFCEB52DE0C3}"/>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6" name="フッター プレースホルダー 5">
            <a:extLst>
              <a:ext uri="{FF2B5EF4-FFF2-40B4-BE49-F238E27FC236}">
                <a16:creationId xmlns:a16="http://schemas.microsoft.com/office/drawing/2014/main" id="{8A3FC4A0-519C-A70F-2FC1-E5ECC91D71C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162C21-09A0-AF66-82AD-309993AA272D}"/>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1539072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8275E4-D446-2EA6-0707-BD663A05D24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E09C3C-802A-7FF4-727A-8CCEED1B8C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729807A-6CD1-26E3-180E-B70E34F16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B4A69BA-B886-0FCA-E4B3-51331350BC89}"/>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6" name="フッター プレースホルダー 5">
            <a:extLst>
              <a:ext uri="{FF2B5EF4-FFF2-40B4-BE49-F238E27FC236}">
                <a16:creationId xmlns:a16="http://schemas.microsoft.com/office/drawing/2014/main" id="{26C65FDF-8373-3515-64CF-6A6A375B15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41DD637-84B6-7832-95E3-689A1586FC9E}"/>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93992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38415-5C8C-AA87-08EA-F9E926FC407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6192BE3-B0BC-2F43-1EC9-78769305F77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0FBCE8-AB63-7485-B247-6C3A4C16715C}"/>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6D65D1C1-7556-46BA-A79A-96857411D2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1F58B2-9AAF-0FCA-9927-E4B1765959EF}"/>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2250186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5AEF2C8-038C-C361-1AD0-973994E9BF4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7051A3F-1DF5-AAB5-94F7-53EA69ADED0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6FB628-6D9A-20C9-4D24-4A02C88448A5}"/>
              </a:ext>
            </a:extLst>
          </p:cNvPr>
          <p:cNvSpPr>
            <a:spLocks noGrp="1"/>
          </p:cNvSpPr>
          <p:nvPr>
            <p:ph type="dt" sz="half" idx="10"/>
          </p:nvPr>
        </p:nvSpPr>
        <p:spPr/>
        <p:txBody>
          <a:body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CCB68D41-FC6C-8E76-F498-FE1381347F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60872D-F73B-6470-B617-122B50607FC3}"/>
              </a:ext>
            </a:extLst>
          </p:cNvPr>
          <p:cNvSpPr>
            <a:spLocks noGrp="1"/>
          </p:cNvSpPr>
          <p:nvPr>
            <p:ph type="sldNum" sz="quarter" idx="12"/>
          </p:nvPr>
        </p:nvSpPr>
        <p:spPr/>
        <p:txBody>
          <a:body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1806031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AB8826A-CF1B-C703-9C8A-927D60A8AA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C2BAA9B-FF7B-90CB-C00D-3F6BDD3DFC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C26B803-E584-B5F4-E1E8-44B20A1B8D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AF8137-4D64-394E-BA99-93DA1BC04C3F}" type="datetimeFigureOut">
              <a:rPr kumimoji="1" lang="ja-JP" altLang="en-US" smtClean="0"/>
              <a:t>2025/11/4</a:t>
            </a:fld>
            <a:endParaRPr kumimoji="1" lang="ja-JP" altLang="en-US"/>
          </a:p>
        </p:txBody>
      </p:sp>
      <p:sp>
        <p:nvSpPr>
          <p:cNvPr id="5" name="フッター プレースホルダー 4">
            <a:extLst>
              <a:ext uri="{FF2B5EF4-FFF2-40B4-BE49-F238E27FC236}">
                <a16:creationId xmlns:a16="http://schemas.microsoft.com/office/drawing/2014/main" id="{0F5E0340-EFD9-7678-99DF-FA5DD725E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75A9392-2C50-48C6-E979-0C0E8A10BC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FE6960-94B5-374E-AAC0-C9115EACE6AF}" type="slidenum">
              <a:rPr kumimoji="1" lang="ja-JP" altLang="en-US" smtClean="0"/>
              <a:t>‹#›</a:t>
            </a:fld>
            <a:endParaRPr kumimoji="1" lang="ja-JP" altLang="en-US"/>
          </a:p>
        </p:txBody>
      </p:sp>
    </p:spTree>
    <p:extLst>
      <p:ext uri="{BB962C8B-B14F-4D97-AF65-F5344CB8AC3E}">
        <p14:creationId xmlns:p14="http://schemas.microsoft.com/office/powerpoint/2010/main" val="2884834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 14">
            <a:extLst>
              <a:ext uri="{FF2B5EF4-FFF2-40B4-BE49-F238E27FC236}">
                <a16:creationId xmlns:a16="http://schemas.microsoft.com/office/drawing/2014/main" id="{7F55D578-70DD-DBA8-1ABF-877B6555F473}"/>
              </a:ext>
            </a:extLst>
          </p:cNvPr>
          <p:cNvGraphicFramePr>
            <a:graphicFrameLocks noGrp="1"/>
          </p:cNvGraphicFramePr>
          <p:nvPr>
            <p:extLst>
              <p:ext uri="{D42A27DB-BD31-4B8C-83A1-F6EECF244321}">
                <p14:modId xmlns:p14="http://schemas.microsoft.com/office/powerpoint/2010/main" val="2115480009"/>
              </p:ext>
            </p:extLst>
          </p:nvPr>
        </p:nvGraphicFramePr>
        <p:xfrm>
          <a:off x="300805" y="4810031"/>
          <a:ext cx="2362201" cy="1512570"/>
        </p:xfrm>
        <a:graphic>
          <a:graphicData uri="http://schemas.openxmlformats.org/drawingml/2006/table">
            <a:tbl>
              <a:tblPr/>
              <a:tblGrid>
                <a:gridCol w="433388">
                  <a:extLst>
                    <a:ext uri="{9D8B030D-6E8A-4147-A177-3AD203B41FA5}">
                      <a16:colId xmlns:a16="http://schemas.microsoft.com/office/drawing/2014/main" val="1075858290"/>
                    </a:ext>
                  </a:extLst>
                </a:gridCol>
                <a:gridCol w="1228725">
                  <a:extLst>
                    <a:ext uri="{9D8B030D-6E8A-4147-A177-3AD203B41FA5}">
                      <a16:colId xmlns:a16="http://schemas.microsoft.com/office/drawing/2014/main" val="1893042609"/>
                    </a:ext>
                  </a:extLst>
                </a:gridCol>
                <a:gridCol w="700088">
                  <a:extLst>
                    <a:ext uri="{9D8B030D-6E8A-4147-A177-3AD203B41FA5}">
                      <a16:colId xmlns:a16="http://schemas.microsoft.com/office/drawing/2014/main" val="3191825239"/>
                    </a:ext>
                  </a:extLst>
                </a:gridCol>
              </a:tblGrid>
              <a:tr h="200025">
                <a:tc rowSpan="7">
                  <a:txBody>
                    <a:bodyPr/>
                    <a:lstStyle/>
                    <a:p>
                      <a:pPr rtl="0" fontAlgn="t">
                        <a:buNone/>
                      </a:pPr>
                      <a:r>
                        <a:rPr lang="ja-JP" altLang="en-US" sz="900">
                          <a:solidFill>
                            <a:srgbClr val="FF0000"/>
                          </a:solidFill>
                          <a:effectLst/>
                        </a:rPr>
                        <a:t>納品物</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rowSpan="3">
                  <a:txBody>
                    <a:bodyPr/>
                    <a:lstStyle/>
                    <a:p>
                      <a:pPr rtl="0" fontAlgn="t">
                        <a:buNone/>
                      </a:pPr>
                      <a:r>
                        <a:rPr lang="en-US" sz="900" b="0" dirty="0">
                          <a:solidFill>
                            <a:srgbClr val="FF0000"/>
                          </a:solidFill>
                          <a:effectLst/>
                          <a:latin typeface="system-ui"/>
                        </a:rPr>
                        <a:t>AI</a:t>
                      </a:r>
                      <a:r>
                        <a:rPr lang="ja-JP" altLang="en-US" sz="900" b="0">
                          <a:solidFill>
                            <a:srgbClr val="FF0000"/>
                          </a:solidFill>
                          <a:effectLst/>
                          <a:latin typeface="system-ui"/>
                        </a:rPr>
                        <a:t>レポート</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a:solidFill>
                            <a:srgbClr val="FF0000"/>
                          </a:solidFill>
                          <a:effectLst/>
                        </a:rPr>
                        <a:t>PDF</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49267214"/>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a:solidFill>
                            <a:srgbClr val="FF0000"/>
                          </a:solidFill>
                          <a:effectLst/>
                        </a:rPr>
                        <a:t>PowerPoint</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221480550"/>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a:solidFill>
                            <a:srgbClr val="FF0000"/>
                          </a:solidFill>
                          <a:effectLst/>
                        </a:rPr>
                        <a:t>HTML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440755460"/>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ja-JP" altLang="en-US" sz="900" b="0">
                          <a:solidFill>
                            <a:srgbClr val="FF0000"/>
                          </a:solidFill>
                          <a:effectLst/>
                          <a:latin typeface="system-ui"/>
                        </a:rPr>
                        <a:t>グラフ集</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a:solidFill>
                            <a:srgbClr val="FF0000"/>
                          </a:solidFill>
                          <a:effectLst/>
                        </a:rPr>
                        <a:t>PowerPoint</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101044029"/>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ja-JP" altLang="en-US" sz="900" b="0">
                          <a:solidFill>
                            <a:srgbClr val="FF0000"/>
                          </a:solidFill>
                          <a:effectLst/>
                          <a:latin typeface="system-ui"/>
                        </a:rPr>
                        <a:t>グラフ集作成ファイル</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a:solidFill>
                            <a:srgbClr val="FF0000"/>
                          </a:solidFill>
                          <a:effectLst/>
                        </a:rPr>
                        <a:t>Excel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882727900"/>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b="0" dirty="0">
                          <a:solidFill>
                            <a:srgbClr val="FF0000"/>
                          </a:solidFill>
                          <a:effectLst/>
                          <a:latin typeface="system-ui"/>
                        </a:rPr>
                        <a:t>FA</a:t>
                      </a:r>
                      <a:r>
                        <a:rPr lang="ja-JP" altLang="en-US" sz="900" b="0">
                          <a:solidFill>
                            <a:srgbClr val="FF0000"/>
                          </a:solidFill>
                          <a:effectLst/>
                          <a:latin typeface="system-ui"/>
                        </a:rPr>
                        <a:t>リスト</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900" dirty="0">
                          <a:solidFill>
                            <a:srgbClr val="FF0000"/>
                          </a:solidFill>
                          <a:effectLst/>
                        </a:rPr>
                        <a:t>Excel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276190870"/>
                  </a:ext>
                </a:extLst>
              </a:tr>
              <a:tr h="200025">
                <a:tc vMerge="1">
                  <a:txBody>
                    <a:bodyPr/>
                    <a:lstStyle/>
                    <a:p>
                      <a:pPr rtl="0" fontAlgn="t">
                        <a:buNone/>
                      </a:pPr>
                      <a:endParaRPr lang="ja-JP" altLang="en-US" sz="900">
                        <a:solidFill>
                          <a:srgbClr val="FF0000"/>
                        </a:solidFill>
                        <a:effectLst/>
                      </a:endParaRP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ja-JP" altLang="en-US" sz="900" b="0">
                          <a:solidFill>
                            <a:srgbClr val="FF0000"/>
                          </a:solidFill>
                          <a:effectLst/>
                          <a:latin typeface="system-ui"/>
                        </a:rPr>
                        <a:t>リサーチャーによるレポート最終化</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rtl="0" fontAlgn="t">
                        <a:buNone/>
                      </a:pPr>
                      <a:r>
                        <a:rPr lang="en-US" sz="900" dirty="0">
                          <a:solidFill>
                            <a:srgbClr val="FF0000"/>
                          </a:solidFill>
                          <a:effectLst/>
                        </a:rPr>
                        <a:t>ー</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921187854"/>
                  </a:ext>
                </a:extLst>
              </a:tr>
            </a:tbl>
          </a:graphicData>
        </a:graphic>
      </p:graphicFrame>
      <p:sp>
        <p:nvSpPr>
          <p:cNvPr id="16" name="左中かっこ 15">
            <a:extLst>
              <a:ext uri="{FF2B5EF4-FFF2-40B4-BE49-F238E27FC236}">
                <a16:creationId xmlns:a16="http://schemas.microsoft.com/office/drawing/2014/main" id="{5B7E1669-3498-1EAA-3128-3FF36C44C8CF}"/>
              </a:ext>
            </a:extLst>
          </p:cNvPr>
          <p:cNvSpPr/>
          <p:nvPr/>
        </p:nvSpPr>
        <p:spPr>
          <a:xfrm>
            <a:off x="2804092" y="3970117"/>
            <a:ext cx="432410" cy="2511706"/>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4338A4F-2307-0FBA-6FB8-9EB8C7B316D5}"/>
              </a:ext>
            </a:extLst>
          </p:cNvPr>
          <p:cNvSpPr txBox="1"/>
          <p:nvPr/>
        </p:nvSpPr>
        <p:spPr>
          <a:xfrm>
            <a:off x="300805" y="3697867"/>
            <a:ext cx="2287082" cy="1107996"/>
          </a:xfrm>
          <a:prstGeom prst="rect">
            <a:avLst/>
          </a:prstGeom>
          <a:noFill/>
        </p:spPr>
        <p:txBody>
          <a:bodyPr wrap="square" rtlCol="0">
            <a:spAutoFit/>
          </a:bodyPr>
          <a:lstStyle/>
          <a:p>
            <a:r>
              <a:rPr kumimoji="1" lang="ja-JP" altLang="en-US" sz="1100">
                <a:solidFill>
                  <a:srgbClr val="FF0000"/>
                </a:solidFill>
              </a:rPr>
              <a:t>もともと、以下のようなレイアウトでしたが、あなたが勝手に修正したことによって意味が変わってしまっています。レイアウトを変え元の情報が伝わるように変更してください</a:t>
            </a:r>
          </a:p>
        </p:txBody>
      </p:sp>
      <p:sp>
        <p:nvSpPr>
          <p:cNvPr id="19" name="テキスト ボックス 18">
            <a:extLst>
              <a:ext uri="{FF2B5EF4-FFF2-40B4-BE49-F238E27FC236}">
                <a16:creationId xmlns:a16="http://schemas.microsoft.com/office/drawing/2014/main" id="{B2FD23BE-8A6C-5CF6-FC1E-CC9E263527B3}"/>
              </a:ext>
            </a:extLst>
          </p:cNvPr>
          <p:cNvSpPr txBox="1"/>
          <p:nvPr/>
        </p:nvSpPr>
        <p:spPr>
          <a:xfrm>
            <a:off x="625113" y="1873334"/>
            <a:ext cx="2287082" cy="769441"/>
          </a:xfrm>
          <a:prstGeom prst="rect">
            <a:avLst/>
          </a:prstGeom>
          <a:noFill/>
        </p:spPr>
        <p:txBody>
          <a:bodyPr wrap="square" rtlCol="0">
            <a:spAutoFit/>
          </a:bodyPr>
          <a:lstStyle/>
          <a:p>
            <a:r>
              <a:rPr lang="ja-JP" altLang="en-US" sz="1100">
                <a:solidFill>
                  <a:srgbClr val="FF0000"/>
                </a:solidFill>
              </a:rPr>
              <a:t>「設問数」見出しの位置はこのように価格帯の直前に</a:t>
            </a:r>
            <a:r>
              <a:rPr lang="en-US" altLang="ja-JP" sz="1100" dirty="0">
                <a:solidFill>
                  <a:srgbClr val="FF0000"/>
                </a:solidFill>
              </a:rPr>
              <a:t>1</a:t>
            </a:r>
            <a:r>
              <a:rPr lang="ja-JP" altLang="en-US" sz="1100">
                <a:solidFill>
                  <a:srgbClr val="FF0000"/>
                </a:solidFill>
              </a:rPr>
              <a:t>行設ける構成ではなく列見出しに常時固定する形にも変更してください</a:t>
            </a:r>
            <a:endParaRPr kumimoji="1" lang="ja-JP" altLang="en-US" sz="1100">
              <a:solidFill>
                <a:srgbClr val="FF0000"/>
              </a:solidFill>
            </a:endParaRPr>
          </a:p>
        </p:txBody>
      </p:sp>
      <p:sp>
        <p:nvSpPr>
          <p:cNvPr id="20" name="左中かっこ 19">
            <a:extLst>
              <a:ext uri="{FF2B5EF4-FFF2-40B4-BE49-F238E27FC236}">
                <a16:creationId xmlns:a16="http://schemas.microsoft.com/office/drawing/2014/main" id="{84E66582-0A73-B5B3-7C15-1644A53ECF39}"/>
              </a:ext>
            </a:extLst>
          </p:cNvPr>
          <p:cNvSpPr/>
          <p:nvPr/>
        </p:nvSpPr>
        <p:spPr>
          <a:xfrm>
            <a:off x="2948369" y="1162826"/>
            <a:ext cx="432410" cy="1725057"/>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pic>
        <p:nvPicPr>
          <p:cNvPr id="35" name="図 34">
            <a:extLst>
              <a:ext uri="{FF2B5EF4-FFF2-40B4-BE49-F238E27FC236}">
                <a16:creationId xmlns:a16="http://schemas.microsoft.com/office/drawing/2014/main" id="{AC455776-C7C3-EA71-B90F-D29A79EDD2D2}"/>
              </a:ext>
            </a:extLst>
          </p:cNvPr>
          <p:cNvPicPr>
            <a:picLocks noChangeAspect="1"/>
          </p:cNvPicPr>
          <p:nvPr/>
        </p:nvPicPr>
        <p:blipFill>
          <a:blip r:embed="rId3"/>
          <a:stretch>
            <a:fillRect/>
          </a:stretch>
        </p:blipFill>
        <p:spPr>
          <a:xfrm>
            <a:off x="3613586" y="0"/>
            <a:ext cx="6259369" cy="6858000"/>
          </a:xfrm>
          <a:prstGeom prst="rect">
            <a:avLst/>
          </a:prstGeom>
        </p:spPr>
      </p:pic>
      <p:sp>
        <p:nvSpPr>
          <p:cNvPr id="36" name="テキスト ボックス 35">
            <a:extLst>
              <a:ext uri="{FF2B5EF4-FFF2-40B4-BE49-F238E27FC236}">
                <a16:creationId xmlns:a16="http://schemas.microsoft.com/office/drawing/2014/main" id="{4FCC31D6-04FA-A990-3AD2-688EFE894136}"/>
              </a:ext>
            </a:extLst>
          </p:cNvPr>
          <p:cNvSpPr txBox="1"/>
          <p:nvPr/>
        </p:nvSpPr>
        <p:spPr>
          <a:xfrm>
            <a:off x="9906917" y="1162826"/>
            <a:ext cx="2287082" cy="769441"/>
          </a:xfrm>
          <a:prstGeom prst="rect">
            <a:avLst/>
          </a:prstGeom>
          <a:noFill/>
        </p:spPr>
        <p:txBody>
          <a:bodyPr wrap="square" rtlCol="0">
            <a:spAutoFit/>
          </a:bodyPr>
          <a:lstStyle/>
          <a:p>
            <a:r>
              <a:rPr lang="en-US" altLang="ja-JP" sz="1100" dirty="0">
                <a:solidFill>
                  <a:srgbClr val="FF0000"/>
                </a:solidFill>
              </a:rPr>
              <a:t>Analytics Standard</a:t>
            </a:r>
          </a:p>
          <a:p>
            <a:r>
              <a:rPr kumimoji="1" lang="en-US" altLang="ja-JP" sz="1100" dirty="0">
                <a:solidFill>
                  <a:srgbClr val="FF0000"/>
                </a:solidFill>
              </a:rPr>
              <a:t> </a:t>
            </a:r>
            <a:r>
              <a:rPr kumimoji="1" lang="ja-JP" altLang="en-US" sz="1100">
                <a:solidFill>
                  <a:srgbClr val="FF0000"/>
                </a:solidFill>
              </a:rPr>
              <a:t>概要欄の文字の右端が途切れているのでレイアウトを調整を願いします。</a:t>
            </a:r>
            <a:endParaRPr kumimoji="1" lang="en-US" altLang="ja-JP" sz="1100" dirty="0">
              <a:solidFill>
                <a:srgbClr val="FF0000"/>
              </a:solidFill>
            </a:endParaRPr>
          </a:p>
        </p:txBody>
      </p:sp>
      <p:cxnSp>
        <p:nvCxnSpPr>
          <p:cNvPr id="38" name="直線矢印コネクタ 37">
            <a:extLst>
              <a:ext uri="{FF2B5EF4-FFF2-40B4-BE49-F238E27FC236}">
                <a16:creationId xmlns:a16="http://schemas.microsoft.com/office/drawing/2014/main" id="{7FCF8BD2-279A-F765-D95D-63156504056C}"/>
              </a:ext>
            </a:extLst>
          </p:cNvPr>
          <p:cNvCxnSpPr/>
          <p:nvPr/>
        </p:nvCxnSpPr>
        <p:spPr>
          <a:xfrm flipH="1" flipV="1">
            <a:off x="9688530" y="1356189"/>
            <a:ext cx="184425" cy="19135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1504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86F5C58-2624-A608-D084-559B0FAA4744}"/>
              </a:ext>
            </a:extLst>
          </p:cNvPr>
          <p:cNvPicPr>
            <a:picLocks noChangeAspect="1"/>
          </p:cNvPicPr>
          <p:nvPr/>
        </p:nvPicPr>
        <p:blipFill>
          <a:blip r:embed="rId3"/>
          <a:stretch>
            <a:fillRect/>
          </a:stretch>
        </p:blipFill>
        <p:spPr>
          <a:xfrm>
            <a:off x="2509603" y="0"/>
            <a:ext cx="7172793" cy="6858000"/>
          </a:xfrm>
          <a:prstGeom prst="rect">
            <a:avLst/>
          </a:prstGeom>
        </p:spPr>
      </p:pic>
      <p:sp>
        <p:nvSpPr>
          <p:cNvPr id="5" name="テキスト ボックス 4">
            <a:extLst>
              <a:ext uri="{FF2B5EF4-FFF2-40B4-BE49-F238E27FC236}">
                <a16:creationId xmlns:a16="http://schemas.microsoft.com/office/drawing/2014/main" id="{17B4D309-5A50-E4FD-432F-AEB17ED832AC}"/>
              </a:ext>
            </a:extLst>
          </p:cNvPr>
          <p:cNvSpPr txBox="1"/>
          <p:nvPr/>
        </p:nvSpPr>
        <p:spPr>
          <a:xfrm>
            <a:off x="9557591" y="1296390"/>
            <a:ext cx="2287082" cy="769441"/>
          </a:xfrm>
          <a:prstGeom prst="rect">
            <a:avLst/>
          </a:prstGeom>
          <a:noFill/>
        </p:spPr>
        <p:txBody>
          <a:bodyPr wrap="square" rtlCol="0">
            <a:spAutoFit/>
          </a:bodyPr>
          <a:lstStyle/>
          <a:p>
            <a:r>
              <a:rPr lang="en-US" altLang="ja-JP" sz="1100" dirty="0">
                <a:solidFill>
                  <a:srgbClr val="FF0000"/>
                </a:solidFill>
              </a:rPr>
              <a:t>Analytics Standard</a:t>
            </a:r>
            <a:r>
              <a:rPr lang="ja-JP" altLang="en-US" sz="1100">
                <a:solidFill>
                  <a:srgbClr val="FF0000"/>
                </a:solidFill>
              </a:rPr>
              <a:t>の</a:t>
            </a:r>
            <a:endParaRPr lang="en-US" altLang="ja-JP" sz="1100" dirty="0">
              <a:solidFill>
                <a:srgbClr val="FF0000"/>
              </a:solidFill>
            </a:endParaRPr>
          </a:p>
          <a:p>
            <a:r>
              <a:rPr kumimoji="1" lang="en-US" altLang="ja-JP" sz="1100" dirty="0">
                <a:solidFill>
                  <a:srgbClr val="FF0000"/>
                </a:solidFill>
              </a:rPr>
              <a:t> </a:t>
            </a:r>
            <a:r>
              <a:rPr kumimoji="1" lang="ja-JP" altLang="en-US" sz="1100">
                <a:solidFill>
                  <a:srgbClr val="FF0000"/>
                </a:solidFill>
              </a:rPr>
              <a:t>概要欄の文字の右端が途切れているのでレイアウトを調整を願いします。</a:t>
            </a:r>
            <a:endParaRPr kumimoji="1" lang="en-US" altLang="ja-JP" sz="1100" dirty="0">
              <a:solidFill>
                <a:srgbClr val="FF0000"/>
              </a:solidFill>
            </a:endParaRPr>
          </a:p>
        </p:txBody>
      </p:sp>
      <p:cxnSp>
        <p:nvCxnSpPr>
          <p:cNvPr id="6" name="直線矢印コネクタ 5">
            <a:extLst>
              <a:ext uri="{FF2B5EF4-FFF2-40B4-BE49-F238E27FC236}">
                <a16:creationId xmlns:a16="http://schemas.microsoft.com/office/drawing/2014/main" id="{BCCCE590-AE38-0ABA-0D9B-43750035A767}"/>
              </a:ext>
            </a:extLst>
          </p:cNvPr>
          <p:cNvCxnSpPr/>
          <p:nvPr/>
        </p:nvCxnSpPr>
        <p:spPr>
          <a:xfrm flipH="1" flipV="1">
            <a:off x="9339204" y="1489753"/>
            <a:ext cx="184425" cy="19135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左中かっこ 6">
            <a:extLst>
              <a:ext uri="{FF2B5EF4-FFF2-40B4-BE49-F238E27FC236}">
                <a16:creationId xmlns:a16="http://schemas.microsoft.com/office/drawing/2014/main" id="{4DE7B639-9F05-BAB3-B446-B839D88672D3}"/>
              </a:ext>
            </a:extLst>
          </p:cNvPr>
          <p:cNvSpPr/>
          <p:nvPr/>
        </p:nvSpPr>
        <p:spPr>
          <a:xfrm flipH="1">
            <a:off x="8872832" y="1121109"/>
            <a:ext cx="432410" cy="769442"/>
          </a:xfrm>
          <a:prstGeom prst="leftBrace">
            <a:avLst>
              <a:gd name="adj1" fmla="val 8333"/>
              <a:gd name="adj2" fmla="val 50596"/>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r>
              <a:rPr kumimoji="1" lang="en-US" altLang="ja-JP" dirty="0" err="1"/>
              <a:t>ç</a:t>
            </a:r>
            <a:endParaRPr kumimoji="1" lang="ja-JP" altLang="en-US"/>
          </a:p>
        </p:txBody>
      </p:sp>
      <p:sp>
        <p:nvSpPr>
          <p:cNvPr id="8" name="円/楕円 7">
            <a:extLst>
              <a:ext uri="{FF2B5EF4-FFF2-40B4-BE49-F238E27FC236}">
                <a16:creationId xmlns:a16="http://schemas.microsoft.com/office/drawing/2014/main" id="{158FDAAC-C87B-15E2-1CDD-709E0AFE23A5}"/>
              </a:ext>
            </a:extLst>
          </p:cNvPr>
          <p:cNvSpPr/>
          <p:nvPr/>
        </p:nvSpPr>
        <p:spPr>
          <a:xfrm>
            <a:off x="5363110" y="1963816"/>
            <a:ext cx="914400" cy="3493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AED0F60E-5751-D7A3-03B8-B7266EDC3E00}"/>
              </a:ext>
            </a:extLst>
          </p:cNvPr>
          <p:cNvSpPr/>
          <p:nvPr/>
        </p:nvSpPr>
        <p:spPr>
          <a:xfrm>
            <a:off x="2509603" y="2220668"/>
            <a:ext cx="901417" cy="140611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 name="直線矢印コネクタ 10">
            <a:extLst>
              <a:ext uri="{FF2B5EF4-FFF2-40B4-BE49-F238E27FC236}">
                <a16:creationId xmlns:a16="http://schemas.microsoft.com/office/drawing/2014/main" id="{8619B029-7D46-D81B-7F45-BE244FC63F55}"/>
              </a:ext>
            </a:extLst>
          </p:cNvPr>
          <p:cNvCxnSpPr>
            <a:cxnSpLocks/>
          </p:cNvCxnSpPr>
          <p:nvPr/>
        </p:nvCxnSpPr>
        <p:spPr>
          <a:xfrm>
            <a:off x="1782964" y="1681110"/>
            <a:ext cx="3499867" cy="45736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直線矢印コネクタ 14">
            <a:extLst>
              <a:ext uri="{FF2B5EF4-FFF2-40B4-BE49-F238E27FC236}">
                <a16:creationId xmlns:a16="http://schemas.microsoft.com/office/drawing/2014/main" id="{CF4A6388-26BC-25B3-87EF-60311445F451}"/>
              </a:ext>
            </a:extLst>
          </p:cNvPr>
          <p:cNvCxnSpPr>
            <a:cxnSpLocks/>
          </p:cNvCxnSpPr>
          <p:nvPr/>
        </p:nvCxnSpPr>
        <p:spPr>
          <a:xfrm>
            <a:off x="1749002" y="2065831"/>
            <a:ext cx="760601" cy="57462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BD04A649-F682-9E78-3BF3-E1BA955508DB}"/>
              </a:ext>
            </a:extLst>
          </p:cNvPr>
          <p:cNvSpPr txBox="1"/>
          <p:nvPr/>
        </p:nvSpPr>
        <p:spPr>
          <a:xfrm>
            <a:off x="209659" y="1413364"/>
            <a:ext cx="1573305" cy="261610"/>
          </a:xfrm>
          <a:prstGeom prst="rect">
            <a:avLst/>
          </a:prstGeom>
          <a:noFill/>
        </p:spPr>
        <p:txBody>
          <a:bodyPr wrap="square" rtlCol="0">
            <a:spAutoFit/>
          </a:bodyPr>
          <a:lstStyle/>
          <a:p>
            <a:r>
              <a:rPr lang="ja-JP" altLang="en-US" sz="1100">
                <a:solidFill>
                  <a:srgbClr val="FF0000"/>
                </a:solidFill>
              </a:rPr>
              <a:t>列見出しはやめます</a:t>
            </a:r>
            <a:endParaRPr kumimoji="1" lang="en-US" altLang="ja-JP" sz="1100" dirty="0">
              <a:solidFill>
                <a:srgbClr val="FF0000"/>
              </a:solidFill>
            </a:endParaRPr>
          </a:p>
        </p:txBody>
      </p:sp>
      <p:sp>
        <p:nvSpPr>
          <p:cNvPr id="20" name="テキスト ボックス 19">
            <a:extLst>
              <a:ext uri="{FF2B5EF4-FFF2-40B4-BE49-F238E27FC236}">
                <a16:creationId xmlns:a16="http://schemas.microsoft.com/office/drawing/2014/main" id="{1606EB12-2E53-7285-410E-A0B131E399C6}"/>
              </a:ext>
            </a:extLst>
          </p:cNvPr>
          <p:cNvSpPr txBox="1"/>
          <p:nvPr/>
        </p:nvSpPr>
        <p:spPr>
          <a:xfrm>
            <a:off x="209659" y="1904586"/>
            <a:ext cx="1573305" cy="2292935"/>
          </a:xfrm>
          <a:prstGeom prst="rect">
            <a:avLst/>
          </a:prstGeom>
          <a:noFill/>
        </p:spPr>
        <p:txBody>
          <a:bodyPr wrap="square" rtlCol="0">
            <a:spAutoFit/>
          </a:bodyPr>
          <a:lstStyle/>
          <a:p>
            <a:r>
              <a:rPr kumimoji="1" lang="ja-JP" altLang="en-US" sz="1100">
                <a:solidFill>
                  <a:srgbClr val="FF0000"/>
                </a:solidFill>
              </a:rPr>
              <a:t>この部分の行タイトルを</a:t>
            </a:r>
            <a:r>
              <a:rPr kumimoji="1" lang="en-US" altLang="ja-JP" sz="1100" dirty="0">
                <a:solidFill>
                  <a:srgbClr val="FF0000"/>
                </a:solidFill>
              </a:rPr>
              <a:t>2</a:t>
            </a:r>
            <a:r>
              <a:rPr kumimoji="1" lang="ja-JP" altLang="en-US" sz="1100">
                <a:solidFill>
                  <a:srgbClr val="FF0000"/>
                </a:solidFill>
              </a:rPr>
              <a:t>行に分けて、左の行に「設問数」という記載を追加。「設問数の」右側の行タイトルに</a:t>
            </a:r>
            <a:endParaRPr kumimoji="1" lang="en-US" altLang="ja-JP" sz="1100" dirty="0">
              <a:solidFill>
                <a:srgbClr val="FF0000"/>
              </a:solidFill>
            </a:endParaRPr>
          </a:p>
          <a:p>
            <a:r>
              <a:rPr kumimoji="1" lang="en-US" altLang="ja-JP" sz="1100" dirty="0">
                <a:solidFill>
                  <a:srgbClr val="FF0000"/>
                </a:solidFill>
              </a:rPr>
              <a:t>1</a:t>
            </a:r>
            <a:r>
              <a:rPr kumimoji="1" lang="ja-JP" altLang="en-US" sz="1100">
                <a:solidFill>
                  <a:srgbClr val="FF0000"/>
                </a:solidFill>
              </a:rPr>
              <a:t>～</a:t>
            </a:r>
            <a:r>
              <a:rPr kumimoji="1" lang="en-US" altLang="ja-JP" sz="1100" dirty="0">
                <a:solidFill>
                  <a:srgbClr val="FF0000"/>
                </a:solidFill>
              </a:rPr>
              <a:t>10</a:t>
            </a:r>
            <a:endParaRPr kumimoji="1" lang="ja-JP" altLang="en-US" sz="1100">
              <a:solidFill>
                <a:srgbClr val="FF0000"/>
              </a:solidFill>
            </a:endParaRPr>
          </a:p>
          <a:p>
            <a:r>
              <a:rPr kumimoji="1" lang="en-US" altLang="ja-JP" sz="1100" dirty="0">
                <a:solidFill>
                  <a:srgbClr val="FF0000"/>
                </a:solidFill>
              </a:rPr>
              <a:t>11</a:t>
            </a:r>
            <a:r>
              <a:rPr kumimoji="1" lang="ja-JP" altLang="en-US" sz="1100">
                <a:solidFill>
                  <a:srgbClr val="FF0000"/>
                </a:solidFill>
              </a:rPr>
              <a:t>～</a:t>
            </a:r>
            <a:r>
              <a:rPr kumimoji="1" lang="en-US" altLang="ja-JP" sz="1100" dirty="0">
                <a:solidFill>
                  <a:srgbClr val="FF0000"/>
                </a:solidFill>
              </a:rPr>
              <a:t>30</a:t>
            </a:r>
            <a:endParaRPr kumimoji="1" lang="ja-JP" altLang="en-US" sz="1100">
              <a:solidFill>
                <a:srgbClr val="FF0000"/>
              </a:solidFill>
            </a:endParaRPr>
          </a:p>
          <a:p>
            <a:r>
              <a:rPr kumimoji="1" lang="en-US" altLang="ja-JP" sz="1100" dirty="0">
                <a:solidFill>
                  <a:srgbClr val="FF0000"/>
                </a:solidFill>
              </a:rPr>
              <a:t>31</a:t>
            </a:r>
            <a:r>
              <a:rPr kumimoji="1" lang="ja-JP" altLang="en-US" sz="1100">
                <a:solidFill>
                  <a:srgbClr val="FF0000"/>
                </a:solidFill>
              </a:rPr>
              <a:t>～</a:t>
            </a:r>
            <a:r>
              <a:rPr kumimoji="1" lang="en-US" altLang="ja-JP" sz="1100" dirty="0">
                <a:solidFill>
                  <a:srgbClr val="FF0000"/>
                </a:solidFill>
              </a:rPr>
              <a:t>50</a:t>
            </a:r>
          </a:p>
          <a:p>
            <a:r>
              <a:rPr kumimoji="1" lang="en-US" altLang="ja-JP" sz="1100" dirty="0">
                <a:solidFill>
                  <a:srgbClr val="FF0000"/>
                </a:solidFill>
              </a:rPr>
              <a:t>51</a:t>
            </a:r>
            <a:r>
              <a:rPr kumimoji="1" lang="ja-JP" altLang="en-US" sz="1100">
                <a:solidFill>
                  <a:srgbClr val="FF0000"/>
                </a:solidFill>
              </a:rPr>
              <a:t>～ </a:t>
            </a:r>
          </a:p>
          <a:p>
            <a:r>
              <a:rPr kumimoji="1" lang="ja-JP" altLang="en-US" sz="1100">
                <a:solidFill>
                  <a:srgbClr val="FF0000"/>
                </a:solidFill>
              </a:rPr>
              <a:t>を複数行にわたる行タイトルとして記載</a:t>
            </a:r>
            <a:endParaRPr kumimoji="1" lang="en-US" altLang="ja-JP" sz="1100" dirty="0">
              <a:solidFill>
                <a:srgbClr val="FF0000"/>
              </a:solidFill>
            </a:endParaRPr>
          </a:p>
          <a:p>
            <a:endParaRPr kumimoji="1" lang="en-US" altLang="ja-JP" sz="1100" dirty="0">
              <a:solidFill>
                <a:srgbClr val="FF0000"/>
              </a:solidFill>
            </a:endParaRPr>
          </a:p>
        </p:txBody>
      </p:sp>
      <p:sp>
        <p:nvSpPr>
          <p:cNvPr id="22" name="角丸四角形 21">
            <a:extLst>
              <a:ext uri="{FF2B5EF4-FFF2-40B4-BE49-F238E27FC236}">
                <a16:creationId xmlns:a16="http://schemas.microsoft.com/office/drawing/2014/main" id="{347DB51E-A311-F00F-6E34-66251D02B606}"/>
              </a:ext>
            </a:extLst>
          </p:cNvPr>
          <p:cNvSpPr/>
          <p:nvPr/>
        </p:nvSpPr>
        <p:spPr>
          <a:xfrm>
            <a:off x="2631481" y="4719525"/>
            <a:ext cx="2455784" cy="173264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4" name="テキスト ボックス 23">
            <a:extLst>
              <a:ext uri="{FF2B5EF4-FFF2-40B4-BE49-F238E27FC236}">
                <a16:creationId xmlns:a16="http://schemas.microsoft.com/office/drawing/2014/main" id="{6306CFED-D216-686A-4408-A1CB58C50998}"/>
              </a:ext>
            </a:extLst>
          </p:cNvPr>
          <p:cNvSpPr txBox="1"/>
          <p:nvPr/>
        </p:nvSpPr>
        <p:spPr>
          <a:xfrm>
            <a:off x="72379" y="4182069"/>
            <a:ext cx="2455783" cy="1754326"/>
          </a:xfrm>
          <a:prstGeom prst="rect">
            <a:avLst/>
          </a:prstGeom>
          <a:noFill/>
        </p:spPr>
        <p:txBody>
          <a:bodyPr wrap="square" rtlCol="0">
            <a:spAutoFit/>
          </a:bodyPr>
          <a:lstStyle/>
          <a:p>
            <a:r>
              <a:rPr kumimoji="1" lang="ja-JP" altLang="en-US" sz="900">
                <a:solidFill>
                  <a:srgbClr val="FF0000"/>
                </a:solidFill>
              </a:rPr>
              <a:t>この部分の行タイトルを</a:t>
            </a:r>
            <a:r>
              <a:rPr kumimoji="1" lang="en-US" altLang="ja-JP" sz="900" dirty="0">
                <a:solidFill>
                  <a:srgbClr val="FF0000"/>
                </a:solidFill>
              </a:rPr>
              <a:t>2</a:t>
            </a:r>
            <a:r>
              <a:rPr kumimoji="1" lang="ja-JP" altLang="en-US" sz="900">
                <a:solidFill>
                  <a:srgbClr val="FF0000"/>
                </a:solidFill>
              </a:rPr>
              <a:t>行に分けて、左の行に「</a:t>
            </a:r>
            <a:r>
              <a:rPr kumimoji="1" lang="en-US" altLang="ja-JP" sz="900" dirty="0">
                <a:solidFill>
                  <a:srgbClr val="FF0000"/>
                </a:solidFill>
              </a:rPr>
              <a:t>AI</a:t>
            </a:r>
            <a:r>
              <a:rPr kumimoji="1" lang="ja-JP" altLang="en-US" sz="900">
                <a:solidFill>
                  <a:srgbClr val="FF0000"/>
                </a:solidFill>
              </a:rPr>
              <a:t>レポート</a:t>
            </a:r>
          </a:p>
          <a:p>
            <a:r>
              <a:rPr kumimoji="1" lang="ja-JP" altLang="en-US" sz="900">
                <a:solidFill>
                  <a:srgbClr val="FF0000"/>
                </a:solidFill>
              </a:rPr>
              <a:t>グラフ集」「グラフ集作成ファイル」の行タイトルを配置。右側の</a:t>
            </a:r>
            <a:r>
              <a:rPr lang="ja-JP" altLang="en-US" sz="900">
                <a:solidFill>
                  <a:srgbClr val="FF0000"/>
                </a:solidFill>
              </a:rPr>
              <a:t>行タイトルに</a:t>
            </a:r>
            <a:r>
              <a:rPr kumimoji="1" lang="ja-JP" altLang="en-US" sz="900">
                <a:solidFill>
                  <a:srgbClr val="FF0000"/>
                </a:solidFill>
              </a:rPr>
              <a:t>「設問数の」右側の行タイトルに</a:t>
            </a:r>
            <a:r>
              <a:rPr kumimoji="1" lang="en-US" altLang="ja-JP" sz="900" dirty="0">
                <a:solidFill>
                  <a:srgbClr val="FF0000"/>
                </a:solidFill>
              </a:rPr>
              <a:t>PDF</a:t>
            </a:r>
            <a:r>
              <a:rPr kumimoji="1" lang="ja-JP" altLang="en-US" sz="900">
                <a:solidFill>
                  <a:srgbClr val="FF0000"/>
                </a:solidFill>
              </a:rPr>
              <a:t>、</a:t>
            </a:r>
            <a:r>
              <a:rPr kumimoji="1" lang="en-US" altLang="ja-JP" sz="900" dirty="0">
                <a:solidFill>
                  <a:srgbClr val="FF0000"/>
                </a:solidFill>
              </a:rPr>
              <a:t>PowerPoint</a:t>
            </a:r>
            <a:r>
              <a:rPr kumimoji="1" lang="ja-JP" altLang="en-US" sz="900">
                <a:solidFill>
                  <a:srgbClr val="FF0000"/>
                </a:solidFill>
              </a:rPr>
              <a:t>、</a:t>
            </a:r>
            <a:r>
              <a:rPr kumimoji="1" lang="en-US" altLang="ja-JP" sz="900" dirty="0">
                <a:solidFill>
                  <a:srgbClr val="FF0000"/>
                </a:solidFill>
              </a:rPr>
              <a:t>HTML</a:t>
            </a:r>
          </a:p>
          <a:p>
            <a:r>
              <a:rPr kumimoji="1" lang="en-US" altLang="ja-JP" sz="900" dirty="0">
                <a:solidFill>
                  <a:srgbClr val="FF0000"/>
                </a:solidFill>
              </a:rPr>
              <a:t>PowerPoint</a:t>
            </a:r>
            <a:r>
              <a:rPr kumimoji="1" lang="ja-JP" altLang="en-US" sz="900">
                <a:solidFill>
                  <a:srgbClr val="FF0000"/>
                </a:solidFill>
              </a:rPr>
              <a:t>、</a:t>
            </a:r>
            <a:r>
              <a:rPr kumimoji="1" lang="en-US" altLang="ja-JP" sz="900" dirty="0">
                <a:solidFill>
                  <a:srgbClr val="FF0000"/>
                </a:solidFill>
              </a:rPr>
              <a:t>Excel</a:t>
            </a:r>
            <a:r>
              <a:rPr lang="ja-JP" altLang="en-US" sz="900">
                <a:solidFill>
                  <a:srgbClr val="FF0000"/>
                </a:solidFill>
              </a:rPr>
              <a:t>、</a:t>
            </a:r>
            <a:r>
              <a:rPr kumimoji="1" lang="en-US" altLang="ja-JP" sz="900" dirty="0">
                <a:solidFill>
                  <a:srgbClr val="FF0000"/>
                </a:solidFill>
              </a:rPr>
              <a:t>Excel</a:t>
            </a:r>
            <a:r>
              <a:rPr kumimoji="1" lang="ja-JP" altLang="en-US" sz="900">
                <a:solidFill>
                  <a:srgbClr val="FF0000"/>
                </a:solidFill>
              </a:rPr>
              <a:t>を記載。言い換えると行タイトル</a:t>
            </a:r>
            <a:r>
              <a:rPr kumimoji="1" lang="en-US" altLang="ja-JP" sz="900" dirty="0">
                <a:solidFill>
                  <a:srgbClr val="FF0000"/>
                </a:solidFill>
              </a:rPr>
              <a:t>AI</a:t>
            </a:r>
            <a:r>
              <a:rPr kumimoji="1" lang="ja-JP" altLang="en-US" sz="900">
                <a:solidFill>
                  <a:srgbClr val="FF0000"/>
                </a:solidFill>
              </a:rPr>
              <a:t>レポートの右側の行タイトルには</a:t>
            </a:r>
            <a:r>
              <a:rPr kumimoji="1" lang="en-US" altLang="ja-JP" sz="900" dirty="0">
                <a:solidFill>
                  <a:srgbClr val="FF0000"/>
                </a:solidFill>
              </a:rPr>
              <a:t>PDF</a:t>
            </a:r>
            <a:r>
              <a:rPr kumimoji="1" lang="ja-JP" altLang="en-US" sz="900">
                <a:solidFill>
                  <a:srgbClr val="FF0000"/>
                </a:solidFill>
              </a:rPr>
              <a:t>、</a:t>
            </a:r>
            <a:r>
              <a:rPr kumimoji="1" lang="en-US" altLang="ja-JP" sz="900" dirty="0">
                <a:solidFill>
                  <a:srgbClr val="FF0000"/>
                </a:solidFill>
              </a:rPr>
              <a:t>PowerPoint</a:t>
            </a:r>
            <a:r>
              <a:rPr kumimoji="1" lang="ja-JP" altLang="en-US" sz="900">
                <a:solidFill>
                  <a:srgbClr val="FF0000"/>
                </a:solidFill>
              </a:rPr>
              <a:t>、</a:t>
            </a:r>
            <a:r>
              <a:rPr kumimoji="1" lang="en-US" altLang="ja-JP" sz="900" dirty="0">
                <a:solidFill>
                  <a:srgbClr val="FF0000"/>
                </a:solidFill>
              </a:rPr>
              <a:t>HTML</a:t>
            </a:r>
            <a:r>
              <a:rPr kumimoji="1" lang="ja-JP" altLang="en-US" sz="900">
                <a:solidFill>
                  <a:srgbClr val="FF0000"/>
                </a:solidFill>
              </a:rPr>
              <a:t>が縦に並ぶ。以下の表レイアウトを参照</a:t>
            </a:r>
            <a:endParaRPr kumimoji="1" lang="en-US" altLang="ja-JP" sz="900" dirty="0">
              <a:solidFill>
                <a:srgbClr val="FF0000"/>
              </a:solidFill>
            </a:endParaRPr>
          </a:p>
          <a:p>
            <a:endParaRPr kumimoji="1" lang="en-US" altLang="ja-JP" sz="900" dirty="0">
              <a:solidFill>
                <a:srgbClr val="FF0000"/>
              </a:solidFill>
            </a:endParaRPr>
          </a:p>
          <a:p>
            <a:endParaRPr kumimoji="1" lang="en-US" altLang="ja-JP" sz="900" dirty="0">
              <a:solidFill>
                <a:srgbClr val="FF0000"/>
              </a:solidFill>
            </a:endParaRPr>
          </a:p>
        </p:txBody>
      </p:sp>
      <p:graphicFrame>
        <p:nvGraphicFramePr>
          <p:cNvPr id="26" name="表 25">
            <a:extLst>
              <a:ext uri="{FF2B5EF4-FFF2-40B4-BE49-F238E27FC236}">
                <a16:creationId xmlns:a16="http://schemas.microsoft.com/office/drawing/2014/main" id="{8BF978F3-CA04-442F-9FD4-3359AE6A322F}"/>
              </a:ext>
            </a:extLst>
          </p:cNvPr>
          <p:cNvGraphicFramePr>
            <a:graphicFrameLocks noGrp="1"/>
          </p:cNvGraphicFramePr>
          <p:nvPr>
            <p:extLst>
              <p:ext uri="{D42A27DB-BD31-4B8C-83A1-F6EECF244321}">
                <p14:modId xmlns:p14="http://schemas.microsoft.com/office/powerpoint/2010/main" val="2950827633"/>
              </p:ext>
            </p:extLst>
          </p:nvPr>
        </p:nvGraphicFramePr>
        <p:xfrm>
          <a:off x="209659" y="5663798"/>
          <a:ext cx="2181225" cy="1200150"/>
        </p:xfrm>
        <a:graphic>
          <a:graphicData uri="http://schemas.openxmlformats.org/drawingml/2006/table">
            <a:tbl>
              <a:tblPr/>
              <a:tblGrid>
                <a:gridCol w="1228725">
                  <a:extLst>
                    <a:ext uri="{9D8B030D-6E8A-4147-A177-3AD203B41FA5}">
                      <a16:colId xmlns:a16="http://schemas.microsoft.com/office/drawing/2014/main" val="716142458"/>
                    </a:ext>
                  </a:extLst>
                </a:gridCol>
                <a:gridCol w="952500">
                  <a:extLst>
                    <a:ext uri="{9D8B030D-6E8A-4147-A177-3AD203B41FA5}">
                      <a16:colId xmlns:a16="http://schemas.microsoft.com/office/drawing/2014/main" val="1256025224"/>
                    </a:ext>
                  </a:extLst>
                </a:gridCol>
              </a:tblGrid>
              <a:tr h="200025">
                <a:tc rowSpan="3">
                  <a:txBody>
                    <a:bodyPr/>
                    <a:lstStyle/>
                    <a:p>
                      <a:pPr rtl="0" fontAlgn="t">
                        <a:buNone/>
                      </a:pPr>
                      <a:r>
                        <a:rPr lang="en-US" sz="800" b="0" dirty="0">
                          <a:solidFill>
                            <a:srgbClr val="FF0000"/>
                          </a:solidFill>
                          <a:effectLst/>
                          <a:latin typeface="system-ui"/>
                        </a:rPr>
                        <a:t>AI</a:t>
                      </a:r>
                      <a:r>
                        <a:rPr lang="ja-JP" altLang="en-US" sz="800" b="0">
                          <a:solidFill>
                            <a:srgbClr val="FF0000"/>
                          </a:solidFill>
                          <a:effectLst/>
                          <a:latin typeface="system-ui"/>
                        </a:rPr>
                        <a:t>レポート</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800" dirty="0">
                          <a:solidFill>
                            <a:srgbClr val="FF0000"/>
                          </a:solidFill>
                          <a:effectLst/>
                        </a:rPr>
                        <a:t>PDF</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646274918"/>
                  </a:ext>
                </a:extLst>
              </a:tr>
              <a:tr h="200025">
                <a:tc vMerge="1">
                  <a:txBody>
                    <a:bodyPr/>
                    <a:lstStyle/>
                    <a:p>
                      <a:pPr rtl="0" fontAlgn="t">
                        <a:buNone/>
                      </a:pPr>
                      <a:endParaRPr lang="ja-JP" altLang="en-US" sz="800">
                        <a:solidFill>
                          <a:srgbClr val="FF0000"/>
                        </a:solidFill>
                        <a:effectLst/>
                      </a:endParaRPr>
                    </a:p>
                  </a:txBody>
                  <a:tcPr marL="28575" marR="28575" marT="19050" marB="190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buNone/>
                      </a:pPr>
                      <a:r>
                        <a:rPr lang="en-US" sz="800" dirty="0">
                          <a:solidFill>
                            <a:srgbClr val="FF0000"/>
                          </a:solidFill>
                          <a:effectLst/>
                        </a:rPr>
                        <a:t>PowerPoint</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765420429"/>
                  </a:ext>
                </a:extLst>
              </a:tr>
              <a:tr h="200025">
                <a:tc vMerge="1">
                  <a:txBody>
                    <a:bodyPr/>
                    <a:lstStyle/>
                    <a:p>
                      <a:pPr rtl="0" fontAlgn="t">
                        <a:buNone/>
                      </a:pPr>
                      <a:endParaRPr lang="ja-JP" altLang="en-US" sz="800">
                        <a:solidFill>
                          <a:srgbClr val="FF0000"/>
                        </a:solidFill>
                        <a:effectLst/>
                      </a:endParaRPr>
                    </a:p>
                  </a:txBody>
                  <a:tcPr marL="28575" marR="28575" marT="19050" marB="190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buNone/>
                      </a:pPr>
                      <a:r>
                        <a:rPr lang="en-US" sz="800" dirty="0">
                          <a:solidFill>
                            <a:srgbClr val="FF0000"/>
                          </a:solidFill>
                          <a:effectLst/>
                        </a:rPr>
                        <a:t>HTML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457445951"/>
                  </a:ext>
                </a:extLst>
              </a:tr>
              <a:tr h="200025">
                <a:tc>
                  <a:txBody>
                    <a:bodyPr/>
                    <a:lstStyle/>
                    <a:p>
                      <a:pPr rtl="0" fontAlgn="t">
                        <a:buNone/>
                      </a:pPr>
                      <a:r>
                        <a:rPr lang="ja-JP" altLang="en-US" sz="800" b="0">
                          <a:solidFill>
                            <a:srgbClr val="FF0000"/>
                          </a:solidFill>
                          <a:effectLst/>
                          <a:latin typeface="system-ui"/>
                        </a:rPr>
                        <a:t>グラフ集</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800" dirty="0">
                          <a:solidFill>
                            <a:srgbClr val="FF0000"/>
                          </a:solidFill>
                          <a:effectLst/>
                        </a:rPr>
                        <a:t>PowerPoint</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583541293"/>
                  </a:ext>
                </a:extLst>
              </a:tr>
              <a:tr h="200025">
                <a:tc>
                  <a:txBody>
                    <a:bodyPr/>
                    <a:lstStyle/>
                    <a:p>
                      <a:pPr rtl="0" fontAlgn="t">
                        <a:buNone/>
                      </a:pPr>
                      <a:r>
                        <a:rPr lang="ja-JP" altLang="en-US" sz="800" b="0">
                          <a:solidFill>
                            <a:srgbClr val="FF0000"/>
                          </a:solidFill>
                          <a:effectLst/>
                          <a:latin typeface="system-ui"/>
                        </a:rPr>
                        <a:t>グラフ集作成ファイル</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800" dirty="0">
                          <a:solidFill>
                            <a:srgbClr val="FF0000"/>
                          </a:solidFill>
                          <a:effectLst/>
                        </a:rPr>
                        <a:t>Excel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953117416"/>
                  </a:ext>
                </a:extLst>
              </a:tr>
              <a:tr h="200025">
                <a:tc>
                  <a:txBody>
                    <a:bodyPr/>
                    <a:lstStyle/>
                    <a:p>
                      <a:pPr rtl="0" fontAlgn="t">
                        <a:buNone/>
                      </a:pPr>
                      <a:r>
                        <a:rPr lang="en-US" sz="800" b="0" dirty="0">
                          <a:solidFill>
                            <a:srgbClr val="FF0000"/>
                          </a:solidFill>
                          <a:effectLst/>
                          <a:latin typeface="system-ui"/>
                        </a:rPr>
                        <a:t>FA</a:t>
                      </a:r>
                      <a:r>
                        <a:rPr lang="ja-JP" altLang="en-US" sz="800" b="0">
                          <a:solidFill>
                            <a:srgbClr val="FF0000"/>
                          </a:solidFill>
                          <a:effectLst/>
                          <a:latin typeface="system-ui"/>
                        </a:rPr>
                        <a:t>リスト</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800" dirty="0">
                          <a:solidFill>
                            <a:srgbClr val="FF0000"/>
                          </a:solidFill>
                          <a:effectLst/>
                        </a:rPr>
                        <a:t>Excel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542600248"/>
                  </a:ext>
                </a:extLst>
              </a:tr>
            </a:tbl>
          </a:graphicData>
        </a:graphic>
      </p:graphicFrame>
      <p:sp>
        <p:nvSpPr>
          <p:cNvPr id="27" name="角丸四角形 26">
            <a:extLst>
              <a:ext uri="{FF2B5EF4-FFF2-40B4-BE49-F238E27FC236}">
                <a16:creationId xmlns:a16="http://schemas.microsoft.com/office/drawing/2014/main" id="{9D6B74A9-9677-B945-EDBA-DE333F3FF6B6}"/>
              </a:ext>
            </a:extLst>
          </p:cNvPr>
          <p:cNvSpPr/>
          <p:nvPr/>
        </p:nvSpPr>
        <p:spPr>
          <a:xfrm>
            <a:off x="5363109" y="4797475"/>
            <a:ext cx="3595955" cy="173264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8" name="直線矢印コネクタ 27">
            <a:extLst>
              <a:ext uri="{FF2B5EF4-FFF2-40B4-BE49-F238E27FC236}">
                <a16:creationId xmlns:a16="http://schemas.microsoft.com/office/drawing/2014/main" id="{9BF3AF72-59E6-297B-870B-12362A101247}"/>
              </a:ext>
            </a:extLst>
          </p:cNvPr>
          <p:cNvCxnSpPr>
            <a:cxnSpLocks/>
          </p:cNvCxnSpPr>
          <p:nvPr/>
        </p:nvCxnSpPr>
        <p:spPr>
          <a:xfrm flipH="1">
            <a:off x="8959064" y="4967450"/>
            <a:ext cx="842051" cy="5941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C16D33E9-D3A6-9060-7B3D-63A7F68A7F45}"/>
              </a:ext>
            </a:extLst>
          </p:cNvPr>
          <p:cNvSpPr txBox="1"/>
          <p:nvPr/>
        </p:nvSpPr>
        <p:spPr>
          <a:xfrm>
            <a:off x="9958240" y="4582729"/>
            <a:ext cx="1886433" cy="261610"/>
          </a:xfrm>
          <a:prstGeom prst="rect">
            <a:avLst/>
          </a:prstGeom>
          <a:noFill/>
        </p:spPr>
        <p:txBody>
          <a:bodyPr wrap="square" rtlCol="0">
            <a:spAutoFit/>
          </a:bodyPr>
          <a:lstStyle/>
          <a:p>
            <a:r>
              <a:rPr lang="ja-JP" altLang="en-US" sz="1100">
                <a:solidFill>
                  <a:srgbClr val="FF0000"/>
                </a:solidFill>
              </a:rPr>
              <a:t>レのみで表現</a:t>
            </a:r>
            <a:endParaRPr kumimoji="1" lang="en-US" altLang="ja-JP" sz="1100" dirty="0">
              <a:solidFill>
                <a:srgbClr val="FF0000"/>
              </a:solidFill>
            </a:endParaRPr>
          </a:p>
        </p:txBody>
      </p:sp>
    </p:spTree>
    <p:extLst>
      <p:ext uri="{BB962C8B-B14F-4D97-AF65-F5344CB8AC3E}">
        <p14:creationId xmlns:p14="http://schemas.microsoft.com/office/powerpoint/2010/main" val="703232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1B7A642-0086-A7CA-DF40-0EFF9D653361}"/>
              </a:ext>
            </a:extLst>
          </p:cNvPr>
          <p:cNvPicPr>
            <a:picLocks noChangeAspect="1"/>
          </p:cNvPicPr>
          <p:nvPr/>
        </p:nvPicPr>
        <p:blipFill>
          <a:blip r:embed="rId2"/>
          <a:stretch>
            <a:fillRect/>
          </a:stretch>
        </p:blipFill>
        <p:spPr>
          <a:xfrm>
            <a:off x="3144362" y="0"/>
            <a:ext cx="7218355" cy="6858000"/>
          </a:xfrm>
          <a:prstGeom prst="rect">
            <a:avLst/>
          </a:prstGeom>
        </p:spPr>
      </p:pic>
      <p:sp>
        <p:nvSpPr>
          <p:cNvPr id="5" name="角丸四角形 4">
            <a:extLst>
              <a:ext uri="{FF2B5EF4-FFF2-40B4-BE49-F238E27FC236}">
                <a16:creationId xmlns:a16="http://schemas.microsoft.com/office/drawing/2014/main" id="{07BF2EC2-B411-0B33-2D15-B8F6A9FB9E09}"/>
              </a:ext>
            </a:extLst>
          </p:cNvPr>
          <p:cNvSpPr/>
          <p:nvPr/>
        </p:nvSpPr>
        <p:spPr>
          <a:xfrm>
            <a:off x="3259609" y="2022890"/>
            <a:ext cx="798675" cy="140611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6" name="直線矢印コネクタ 5">
            <a:extLst>
              <a:ext uri="{FF2B5EF4-FFF2-40B4-BE49-F238E27FC236}">
                <a16:creationId xmlns:a16="http://schemas.microsoft.com/office/drawing/2014/main" id="{429374C0-F8E6-EC3C-62FE-D554E9E7F197}"/>
              </a:ext>
            </a:extLst>
          </p:cNvPr>
          <p:cNvCxnSpPr>
            <a:cxnSpLocks/>
          </p:cNvCxnSpPr>
          <p:nvPr/>
        </p:nvCxnSpPr>
        <p:spPr>
          <a:xfrm>
            <a:off x="2540104" y="2065831"/>
            <a:ext cx="604258" cy="51298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ECA7349D-9412-4D36-8041-F42E403CC08A}"/>
              </a:ext>
            </a:extLst>
          </p:cNvPr>
          <p:cNvSpPr txBox="1"/>
          <p:nvPr/>
        </p:nvSpPr>
        <p:spPr>
          <a:xfrm>
            <a:off x="1113776" y="2022890"/>
            <a:ext cx="1573305" cy="261610"/>
          </a:xfrm>
          <a:prstGeom prst="rect">
            <a:avLst/>
          </a:prstGeom>
          <a:noFill/>
        </p:spPr>
        <p:txBody>
          <a:bodyPr wrap="square" rtlCol="0">
            <a:spAutoFit/>
          </a:bodyPr>
          <a:lstStyle/>
          <a:p>
            <a:r>
              <a:rPr kumimoji="1" lang="ja-JP" altLang="en-US" sz="1100">
                <a:solidFill>
                  <a:srgbClr val="FF0000"/>
                </a:solidFill>
              </a:rPr>
              <a:t>左端寄せにします</a:t>
            </a:r>
            <a:endParaRPr kumimoji="1" lang="en-US" altLang="ja-JP" sz="1100" dirty="0">
              <a:solidFill>
                <a:srgbClr val="FF0000"/>
              </a:solidFill>
            </a:endParaRPr>
          </a:p>
        </p:txBody>
      </p:sp>
      <p:sp>
        <p:nvSpPr>
          <p:cNvPr id="8" name="テキスト ボックス 7">
            <a:extLst>
              <a:ext uri="{FF2B5EF4-FFF2-40B4-BE49-F238E27FC236}">
                <a16:creationId xmlns:a16="http://schemas.microsoft.com/office/drawing/2014/main" id="{300925EF-E3FF-3922-31E9-ED97C605DE1C}"/>
              </a:ext>
            </a:extLst>
          </p:cNvPr>
          <p:cNvSpPr txBox="1"/>
          <p:nvPr/>
        </p:nvSpPr>
        <p:spPr>
          <a:xfrm>
            <a:off x="10033345" y="1332810"/>
            <a:ext cx="1648364" cy="769441"/>
          </a:xfrm>
          <a:prstGeom prst="rect">
            <a:avLst/>
          </a:prstGeom>
          <a:noFill/>
        </p:spPr>
        <p:txBody>
          <a:bodyPr wrap="square" rtlCol="0">
            <a:spAutoFit/>
          </a:bodyPr>
          <a:lstStyle/>
          <a:p>
            <a:r>
              <a:rPr kumimoji="1" lang="ja-JP" altLang="en-US" sz="1100">
                <a:solidFill>
                  <a:srgbClr val="FF0000"/>
                </a:solidFill>
              </a:rPr>
              <a:t>概要の内容の記載の太字表記を止めてください。行タイトルは太字のままでよいです。</a:t>
            </a:r>
            <a:endParaRPr kumimoji="1" lang="en-US" altLang="ja-JP" sz="1100" dirty="0">
              <a:solidFill>
                <a:srgbClr val="FF0000"/>
              </a:solidFill>
            </a:endParaRPr>
          </a:p>
        </p:txBody>
      </p:sp>
      <p:cxnSp>
        <p:nvCxnSpPr>
          <p:cNvPr id="10" name="直線矢印コネクタ 9">
            <a:extLst>
              <a:ext uri="{FF2B5EF4-FFF2-40B4-BE49-F238E27FC236}">
                <a16:creationId xmlns:a16="http://schemas.microsoft.com/office/drawing/2014/main" id="{41BA9E29-B2D9-1EE0-F233-17BFFFA1BBF8}"/>
              </a:ext>
            </a:extLst>
          </p:cNvPr>
          <p:cNvCxnSpPr>
            <a:cxnSpLocks/>
          </p:cNvCxnSpPr>
          <p:nvPr/>
        </p:nvCxnSpPr>
        <p:spPr>
          <a:xfrm flipH="1">
            <a:off x="9715922" y="1463615"/>
            <a:ext cx="23972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8D4B9277-91E2-D9E5-DC03-B61070E98855}"/>
              </a:ext>
            </a:extLst>
          </p:cNvPr>
          <p:cNvSpPr txBox="1"/>
          <p:nvPr/>
        </p:nvSpPr>
        <p:spPr>
          <a:xfrm>
            <a:off x="10198031" y="2571251"/>
            <a:ext cx="1648364" cy="938719"/>
          </a:xfrm>
          <a:prstGeom prst="rect">
            <a:avLst/>
          </a:prstGeom>
          <a:noFill/>
        </p:spPr>
        <p:txBody>
          <a:bodyPr wrap="square" rtlCol="0">
            <a:spAutoFit/>
          </a:bodyPr>
          <a:lstStyle/>
          <a:p>
            <a:r>
              <a:rPr kumimoji="1" lang="ja-JP" altLang="en-US" sz="1100">
                <a:solidFill>
                  <a:srgbClr val="FF0000"/>
                </a:solidFill>
              </a:rPr>
              <a:t>「営業担当者へのお問い合わせ」というのが</a:t>
            </a:r>
            <a:r>
              <a:rPr kumimoji="1" lang="en-US" altLang="ja-JP" sz="1100" dirty="0">
                <a:solidFill>
                  <a:srgbClr val="FF0000"/>
                </a:solidFill>
              </a:rPr>
              <a:t>4</a:t>
            </a:r>
            <a:r>
              <a:rPr kumimoji="1" lang="ja-JP" altLang="en-US" sz="1100">
                <a:solidFill>
                  <a:srgbClr val="FF0000"/>
                </a:solidFill>
              </a:rPr>
              <a:t>つ記載されていますが、</a:t>
            </a:r>
            <a:r>
              <a:rPr kumimoji="1" lang="en-US" altLang="ja-JP" sz="1100" dirty="0">
                <a:solidFill>
                  <a:srgbClr val="FF0000"/>
                </a:solidFill>
              </a:rPr>
              <a:t>1</a:t>
            </a:r>
            <a:r>
              <a:rPr kumimoji="1" lang="ja-JP" altLang="en-US" sz="1100">
                <a:solidFill>
                  <a:srgbClr val="FF0000"/>
                </a:solidFill>
              </a:rPr>
              <a:t>つにで表現してください</a:t>
            </a:r>
            <a:endParaRPr kumimoji="1" lang="en-US" altLang="ja-JP" sz="1100" dirty="0">
              <a:solidFill>
                <a:srgbClr val="FF0000"/>
              </a:solidFill>
            </a:endParaRPr>
          </a:p>
        </p:txBody>
      </p:sp>
      <p:sp>
        <p:nvSpPr>
          <p:cNvPr id="25" name="左中かっこ 24">
            <a:extLst>
              <a:ext uri="{FF2B5EF4-FFF2-40B4-BE49-F238E27FC236}">
                <a16:creationId xmlns:a16="http://schemas.microsoft.com/office/drawing/2014/main" id="{C28C7903-85E1-7F53-9EA1-07F90FE2DA8F}"/>
              </a:ext>
            </a:extLst>
          </p:cNvPr>
          <p:cNvSpPr/>
          <p:nvPr/>
        </p:nvSpPr>
        <p:spPr>
          <a:xfrm flipH="1">
            <a:off x="9600935" y="2078871"/>
            <a:ext cx="432410" cy="1270495"/>
          </a:xfrm>
          <a:prstGeom prst="leftBrace">
            <a:avLst>
              <a:gd name="adj1" fmla="val 8333"/>
              <a:gd name="adj2" fmla="val 50596"/>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6" name="角丸四角形 25">
            <a:extLst>
              <a:ext uri="{FF2B5EF4-FFF2-40B4-BE49-F238E27FC236}">
                <a16:creationId xmlns:a16="http://schemas.microsoft.com/office/drawing/2014/main" id="{0D1AE6E0-C3E7-66B6-806C-0EA6AC9BEFD9}"/>
              </a:ext>
            </a:extLst>
          </p:cNvPr>
          <p:cNvSpPr/>
          <p:nvPr/>
        </p:nvSpPr>
        <p:spPr>
          <a:xfrm>
            <a:off x="3240445" y="4134954"/>
            <a:ext cx="2606928" cy="5219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aphicFrame>
        <p:nvGraphicFramePr>
          <p:cNvPr id="27" name="表 26">
            <a:extLst>
              <a:ext uri="{FF2B5EF4-FFF2-40B4-BE49-F238E27FC236}">
                <a16:creationId xmlns:a16="http://schemas.microsoft.com/office/drawing/2014/main" id="{AFCDBED3-5715-1888-D80D-B3A198B6F954}"/>
              </a:ext>
            </a:extLst>
          </p:cNvPr>
          <p:cNvGraphicFramePr>
            <a:graphicFrameLocks noGrp="1"/>
          </p:cNvGraphicFramePr>
          <p:nvPr>
            <p:extLst>
              <p:ext uri="{D42A27DB-BD31-4B8C-83A1-F6EECF244321}">
                <p14:modId xmlns:p14="http://schemas.microsoft.com/office/powerpoint/2010/main" val="2355632155"/>
              </p:ext>
            </p:extLst>
          </p:nvPr>
        </p:nvGraphicFramePr>
        <p:xfrm>
          <a:off x="358879" y="4644644"/>
          <a:ext cx="2181225" cy="600075"/>
        </p:xfrm>
        <a:graphic>
          <a:graphicData uri="http://schemas.openxmlformats.org/drawingml/2006/table">
            <a:tbl>
              <a:tblPr/>
              <a:tblGrid>
                <a:gridCol w="1228725">
                  <a:extLst>
                    <a:ext uri="{9D8B030D-6E8A-4147-A177-3AD203B41FA5}">
                      <a16:colId xmlns:a16="http://schemas.microsoft.com/office/drawing/2014/main" val="3886728712"/>
                    </a:ext>
                  </a:extLst>
                </a:gridCol>
                <a:gridCol w="952500">
                  <a:extLst>
                    <a:ext uri="{9D8B030D-6E8A-4147-A177-3AD203B41FA5}">
                      <a16:colId xmlns:a16="http://schemas.microsoft.com/office/drawing/2014/main" val="1890927914"/>
                    </a:ext>
                  </a:extLst>
                </a:gridCol>
              </a:tblGrid>
              <a:tr h="200025">
                <a:tc rowSpan="3">
                  <a:txBody>
                    <a:bodyPr/>
                    <a:lstStyle/>
                    <a:p>
                      <a:pPr rtl="0" fontAlgn="t">
                        <a:buNone/>
                      </a:pPr>
                      <a:r>
                        <a:rPr lang="en-US" sz="800" b="0" dirty="0">
                          <a:solidFill>
                            <a:srgbClr val="FF0000"/>
                          </a:solidFill>
                          <a:effectLst/>
                          <a:latin typeface="system-ui"/>
                        </a:rPr>
                        <a:t>AI</a:t>
                      </a:r>
                      <a:r>
                        <a:rPr lang="ja-JP" altLang="en-US" sz="800" b="0">
                          <a:solidFill>
                            <a:srgbClr val="FF0000"/>
                          </a:solidFill>
                          <a:effectLst/>
                          <a:latin typeface="system-ui"/>
                        </a:rPr>
                        <a:t>レポート</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rtl="0" fontAlgn="t">
                        <a:buNone/>
                      </a:pPr>
                      <a:r>
                        <a:rPr lang="en-US" sz="800" dirty="0">
                          <a:solidFill>
                            <a:srgbClr val="FF0000"/>
                          </a:solidFill>
                          <a:effectLst/>
                        </a:rPr>
                        <a:t>PDF</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596122295"/>
                  </a:ext>
                </a:extLst>
              </a:tr>
              <a:tr h="200025">
                <a:tc vMerge="1">
                  <a:txBody>
                    <a:bodyPr/>
                    <a:lstStyle/>
                    <a:p>
                      <a:pPr rtl="0" fontAlgn="t">
                        <a:buNone/>
                      </a:pPr>
                      <a:endParaRPr lang="ja-JP" altLang="en-US" sz="800">
                        <a:solidFill>
                          <a:srgbClr val="FF0000"/>
                        </a:solidFill>
                        <a:effectLst/>
                      </a:endParaRPr>
                    </a:p>
                  </a:txBody>
                  <a:tcPr marL="28575" marR="28575" marT="19050" marB="190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buNone/>
                      </a:pPr>
                      <a:r>
                        <a:rPr lang="en-US" sz="800" dirty="0">
                          <a:solidFill>
                            <a:srgbClr val="FF0000"/>
                          </a:solidFill>
                          <a:effectLst/>
                        </a:rPr>
                        <a:t>PowerPoint</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374764811"/>
                  </a:ext>
                </a:extLst>
              </a:tr>
              <a:tr h="200025">
                <a:tc vMerge="1">
                  <a:txBody>
                    <a:bodyPr/>
                    <a:lstStyle/>
                    <a:p>
                      <a:pPr rtl="0" fontAlgn="t">
                        <a:buNone/>
                      </a:pPr>
                      <a:endParaRPr lang="ja-JP" altLang="en-US" sz="800">
                        <a:solidFill>
                          <a:srgbClr val="FF0000"/>
                        </a:solidFill>
                        <a:effectLst/>
                      </a:endParaRPr>
                    </a:p>
                  </a:txBody>
                  <a:tcPr marL="28575" marR="28575" marT="19050" marB="190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buNone/>
                      </a:pPr>
                      <a:r>
                        <a:rPr lang="en-US" sz="800" dirty="0">
                          <a:solidFill>
                            <a:srgbClr val="FF0000"/>
                          </a:solidFill>
                          <a:effectLst/>
                        </a:rPr>
                        <a:t>HTML</a:t>
                      </a:r>
                    </a:p>
                  </a:txBody>
                  <a:tcPr marL="28575" marR="28575" marT="19050" marB="1905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662441675"/>
                  </a:ext>
                </a:extLst>
              </a:tr>
            </a:tbl>
          </a:graphicData>
        </a:graphic>
      </p:graphicFrame>
      <p:sp>
        <p:nvSpPr>
          <p:cNvPr id="28" name="左中かっこ 27">
            <a:extLst>
              <a:ext uri="{FF2B5EF4-FFF2-40B4-BE49-F238E27FC236}">
                <a16:creationId xmlns:a16="http://schemas.microsoft.com/office/drawing/2014/main" id="{61454F87-22CD-0A58-382B-1DC633163E2D}"/>
              </a:ext>
            </a:extLst>
          </p:cNvPr>
          <p:cNvSpPr/>
          <p:nvPr/>
        </p:nvSpPr>
        <p:spPr>
          <a:xfrm>
            <a:off x="2782840" y="4440445"/>
            <a:ext cx="432410" cy="521973"/>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1DAAACF8-BF6E-F215-ED84-49201B4ECD3E}"/>
              </a:ext>
            </a:extLst>
          </p:cNvPr>
          <p:cNvSpPr txBox="1"/>
          <p:nvPr/>
        </p:nvSpPr>
        <p:spPr>
          <a:xfrm>
            <a:off x="216874" y="3827930"/>
            <a:ext cx="2444598" cy="1061829"/>
          </a:xfrm>
          <a:prstGeom prst="rect">
            <a:avLst/>
          </a:prstGeom>
          <a:noFill/>
        </p:spPr>
        <p:txBody>
          <a:bodyPr wrap="square">
            <a:spAutoFit/>
          </a:bodyPr>
          <a:lstStyle/>
          <a:p>
            <a:r>
              <a:rPr lang="en-US" altLang="ja-JP" sz="1050" dirty="0">
                <a:solidFill>
                  <a:srgbClr val="FF0000"/>
                </a:solidFill>
              </a:rPr>
              <a:t>①</a:t>
            </a:r>
            <a:r>
              <a:rPr lang="ja-JP" altLang="en-US" sz="1050">
                <a:solidFill>
                  <a:srgbClr val="FF0000"/>
                </a:solidFill>
              </a:rPr>
              <a:t> 左側の行タイトル</a:t>
            </a:r>
            <a:r>
              <a:rPr lang="en-US" altLang="ja-JP" sz="1050" dirty="0">
                <a:solidFill>
                  <a:srgbClr val="FF0000"/>
                </a:solidFill>
              </a:rPr>
              <a:t>AI</a:t>
            </a:r>
            <a:r>
              <a:rPr lang="ja-JP" altLang="en-US" sz="1050">
                <a:solidFill>
                  <a:srgbClr val="FF0000"/>
                </a:solidFill>
              </a:rPr>
              <a:t>レポートの右側の行タイトルには</a:t>
            </a:r>
            <a:r>
              <a:rPr lang="en-US" altLang="ja-JP" sz="1050" dirty="0">
                <a:solidFill>
                  <a:srgbClr val="FF0000"/>
                </a:solidFill>
              </a:rPr>
              <a:t>PDF</a:t>
            </a:r>
            <a:r>
              <a:rPr lang="ja-JP" altLang="en-US" sz="1050">
                <a:solidFill>
                  <a:srgbClr val="FF0000"/>
                </a:solidFill>
              </a:rPr>
              <a:t>、</a:t>
            </a:r>
            <a:r>
              <a:rPr lang="en-US" altLang="ja-JP" sz="1050" dirty="0">
                <a:solidFill>
                  <a:srgbClr val="FF0000"/>
                </a:solidFill>
              </a:rPr>
              <a:t>PowerPoint</a:t>
            </a:r>
            <a:r>
              <a:rPr lang="ja-JP" altLang="en-US" sz="1050">
                <a:solidFill>
                  <a:srgbClr val="FF0000"/>
                </a:solidFill>
              </a:rPr>
              <a:t>、</a:t>
            </a:r>
            <a:r>
              <a:rPr lang="en-US" altLang="ja-JP" sz="1050" dirty="0">
                <a:solidFill>
                  <a:srgbClr val="FF0000"/>
                </a:solidFill>
              </a:rPr>
              <a:t>HTML</a:t>
            </a:r>
            <a:r>
              <a:rPr lang="ja-JP" altLang="en-US" sz="1050">
                <a:solidFill>
                  <a:srgbClr val="FF0000"/>
                </a:solidFill>
              </a:rPr>
              <a:t>が</a:t>
            </a:r>
            <a:r>
              <a:rPr lang="en-US" altLang="ja-JP" sz="1050" dirty="0">
                <a:solidFill>
                  <a:srgbClr val="FF0000"/>
                </a:solidFill>
              </a:rPr>
              <a:t>3</a:t>
            </a:r>
            <a:r>
              <a:rPr lang="ja-JP" altLang="en-US" sz="1050">
                <a:solidFill>
                  <a:srgbClr val="FF0000"/>
                </a:solidFill>
              </a:rPr>
              <a:t>弾縦に並ぶように変更。以下の表レイアウトを参照 </a:t>
            </a:r>
          </a:p>
          <a:p>
            <a:endParaRPr lang="ja-JP" altLang="en-US" sz="1050">
              <a:solidFill>
                <a:srgbClr val="FF0000"/>
              </a:solidFill>
            </a:endParaRPr>
          </a:p>
        </p:txBody>
      </p:sp>
      <p:sp>
        <p:nvSpPr>
          <p:cNvPr id="31" name="テキスト ボックス 30">
            <a:extLst>
              <a:ext uri="{FF2B5EF4-FFF2-40B4-BE49-F238E27FC236}">
                <a16:creationId xmlns:a16="http://schemas.microsoft.com/office/drawing/2014/main" id="{2F4DAFAD-96E4-6612-DE1B-37342C2027F1}"/>
              </a:ext>
            </a:extLst>
          </p:cNvPr>
          <p:cNvSpPr txBox="1"/>
          <p:nvPr/>
        </p:nvSpPr>
        <p:spPr>
          <a:xfrm>
            <a:off x="6743270" y="5692338"/>
            <a:ext cx="1886433" cy="430887"/>
          </a:xfrm>
          <a:prstGeom prst="rect">
            <a:avLst/>
          </a:prstGeom>
          <a:noFill/>
        </p:spPr>
        <p:txBody>
          <a:bodyPr wrap="square" rtlCol="0">
            <a:spAutoFit/>
          </a:bodyPr>
          <a:lstStyle/>
          <a:p>
            <a:r>
              <a:rPr lang="en-US" altLang="ja-JP" sz="1100" dirty="0">
                <a:solidFill>
                  <a:srgbClr val="FF0000"/>
                </a:solidFill>
              </a:rPr>
              <a:t>①</a:t>
            </a:r>
            <a:r>
              <a:rPr lang="ja-JP" altLang="en-US" sz="1100">
                <a:solidFill>
                  <a:srgbClr val="FF0000"/>
                </a:solidFill>
              </a:rPr>
              <a:t>のレイアウト変更に伴い、レのみで表現</a:t>
            </a:r>
            <a:endParaRPr kumimoji="1" lang="en-US" altLang="ja-JP" sz="1100" dirty="0">
              <a:solidFill>
                <a:srgbClr val="FF0000"/>
              </a:solidFill>
            </a:endParaRPr>
          </a:p>
        </p:txBody>
      </p:sp>
      <p:sp>
        <p:nvSpPr>
          <p:cNvPr id="32" name="角丸四角形 31">
            <a:extLst>
              <a:ext uri="{FF2B5EF4-FFF2-40B4-BE49-F238E27FC236}">
                <a16:creationId xmlns:a16="http://schemas.microsoft.com/office/drawing/2014/main" id="{816B89A1-DA6E-DDD8-4819-C45B0D0FBC8A}"/>
              </a:ext>
            </a:extLst>
          </p:cNvPr>
          <p:cNvSpPr/>
          <p:nvPr/>
        </p:nvSpPr>
        <p:spPr>
          <a:xfrm>
            <a:off x="6383022" y="4527299"/>
            <a:ext cx="901356" cy="5219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3" name="直線矢印コネクタ 32">
            <a:extLst>
              <a:ext uri="{FF2B5EF4-FFF2-40B4-BE49-F238E27FC236}">
                <a16:creationId xmlns:a16="http://schemas.microsoft.com/office/drawing/2014/main" id="{E2268303-25F2-E8A7-F983-D7BECF193FDC}"/>
              </a:ext>
            </a:extLst>
          </p:cNvPr>
          <p:cNvCxnSpPr>
            <a:cxnSpLocks/>
          </p:cNvCxnSpPr>
          <p:nvPr/>
        </p:nvCxnSpPr>
        <p:spPr>
          <a:xfrm flipH="1" flipV="1">
            <a:off x="6986427" y="5170365"/>
            <a:ext cx="174661" cy="5219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6" name="テキスト ボックス 35">
            <a:extLst>
              <a:ext uri="{FF2B5EF4-FFF2-40B4-BE49-F238E27FC236}">
                <a16:creationId xmlns:a16="http://schemas.microsoft.com/office/drawing/2014/main" id="{EBB8EC7D-C625-C843-9D0A-9FAAFD69D248}"/>
              </a:ext>
            </a:extLst>
          </p:cNvPr>
          <p:cNvSpPr txBox="1"/>
          <p:nvPr/>
        </p:nvSpPr>
        <p:spPr>
          <a:xfrm>
            <a:off x="10021425" y="328869"/>
            <a:ext cx="1648364" cy="430887"/>
          </a:xfrm>
          <a:prstGeom prst="rect">
            <a:avLst/>
          </a:prstGeom>
          <a:noFill/>
        </p:spPr>
        <p:txBody>
          <a:bodyPr wrap="square" rtlCol="0">
            <a:spAutoFit/>
          </a:bodyPr>
          <a:lstStyle/>
          <a:p>
            <a:r>
              <a:rPr kumimoji="1" lang="ja-JP" altLang="en-US" sz="1100">
                <a:solidFill>
                  <a:srgbClr val="FF0000"/>
                </a:solidFill>
              </a:rPr>
              <a:t>概要の文字のレイアウトを上段揃え</a:t>
            </a:r>
            <a:endParaRPr kumimoji="1" lang="en-US" altLang="ja-JP" sz="1100" dirty="0">
              <a:solidFill>
                <a:srgbClr val="FF0000"/>
              </a:solidFill>
            </a:endParaRPr>
          </a:p>
        </p:txBody>
      </p:sp>
      <p:cxnSp>
        <p:nvCxnSpPr>
          <p:cNvPr id="37" name="直線矢印コネクタ 36">
            <a:extLst>
              <a:ext uri="{FF2B5EF4-FFF2-40B4-BE49-F238E27FC236}">
                <a16:creationId xmlns:a16="http://schemas.microsoft.com/office/drawing/2014/main" id="{5BF2FA52-1FCE-CD7B-3113-5FD00AE49D35}"/>
              </a:ext>
            </a:extLst>
          </p:cNvPr>
          <p:cNvCxnSpPr>
            <a:cxnSpLocks/>
          </p:cNvCxnSpPr>
          <p:nvPr/>
        </p:nvCxnSpPr>
        <p:spPr>
          <a:xfrm flipH="1">
            <a:off x="9627781" y="647272"/>
            <a:ext cx="492264" cy="5178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2" name="角丸四角形 41">
            <a:extLst>
              <a:ext uri="{FF2B5EF4-FFF2-40B4-BE49-F238E27FC236}">
                <a16:creationId xmlns:a16="http://schemas.microsoft.com/office/drawing/2014/main" id="{397903E5-A5D8-3471-1DBD-E916ABC83722}"/>
              </a:ext>
            </a:extLst>
          </p:cNvPr>
          <p:cNvSpPr/>
          <p:nvPr/>
        </p:nvSpPr>
        <p:spPr>
          <a:xfrm>
            <a:off x="5847373" y="1165141"/>
            <a:ext cx="3790854" cy="76943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0446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6FBADA3-1C33-2F11-4650-17DC072F5B89}"/>
              </a:ext>
            </a:extLst>
          </p:cNvPr>
          <p:cNvPicPr>
            <a:picLocks noChangeAspect="1"/>
          </p:cNvPicPr>
          <p:nvPr/>
        </p:nvPicPr>
        <p:blipFill>
          <a:blip r:embed="rId2"/>
          <a:stretch>
            <a:fillRect/>
          </a:stretch>
        </p:blipFill>
        <p:spPr>
          <a:xfrm>
            <a:off x="2374900" y="1847850"/>
            <a:ext cx="7442200" cy="3162300"/>
          </a:xfrm>
          <a:prstGeom prst="rect">
            <a:avLst/>
          </a:prstGeom>
        </p:spPr>
      </p:pic>
      <p:cxnSp>
        <p:nvCxnSpPr>
          <p:cNvPr id="9" name="直線矢印コネクタ 8">
            <a:extLst>
              <a:ext uri="{FF2B5EF4-FFF2-40B4-BE49-F238E27FC236}">
                <a16:creationId xmlns:a16="http://schemas.microsoft.com/office/drawing/2014/main" id="{4488754A-6B7F-BFD5-EB7C-366AD206A1EB}"/>
              </a:ext>
            </a:extLst>
          </p:cNvPr>
          <p:cNvCxnSpPr>
            <a:cxnSpLocks/>
          </p:cNvCxnSpPr>
          <p:nvPr/>
        </p:nvCxnSpPr>
        <p:spPr>
          <a:xfrm>
            <a:off x="2917861" y="1613043"/>
            <a:ext cx="630964" cy="101020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04D878B-C563-11AD-CE56-41FF0F7A6008}"/>
              </a:ext>
            </a:extLst>
          </p:cNvPr>
          <p:cNvSpPr txBox="1"/>
          <p:nvPr/>
        </p:nvSpPr>
        <p:spPr>
          <a:xfrm>
            <a:off x="1304818" y="830201"/>
            <a:ext cx="2486346" cy="600164"/>
          </a:xfrm>
          <a:prstGeom prst="rect">
            <a:avLst/>
          </a:prstGeom>
          <a:noFill/>
        </p:spPr>
        <p:txBody>
          <a:bodyPr wrap="square" rtlCol="0">
            <a:spAutoFit/>
          </a:bodyPr>
          <a:lstStyle/>
          <a:p>
            <a:r>
              <a:rPr lang="en-US" altLang="ja-JP" sz="1100" dirty="0">
                <a:solidFill>
                  <a:srgbClr val="FF0000"/>
                </a:solidFill>
              </a:rPr>
              <a:t>①</a:t>
            </a:r>
            <a:r>
              <a:rPr lang="ja-JP" altLang="en-US" sz="1100">
                <a:solidFill>
                  <a:srgbClr val="FF0000"/>
                </a:solidFill>
              </a:rPr>
              <a:t> </a:t>
            </a:r>
            <a:r>
              <a:rPr lang="en-US" altLang="ja-JP" sz="1100" dirty="0">
                <a:solidFill>
                  <a:srgbClr val="FF0000"/>
                </a:solidFill>
              </a:rPr>
              <a:t>AI</a:t>
            </a:r>
            <a:r>
              <a:rPr lang="ja-JP" altLang="en-US" sz="1100">
                <a:solidFill>
                  <a:srgbClr val="FF0000"/>
                </a:solidFill>
              </a:rPr>
              <a:t>レポートという列タイトルの右側の列タイトルを</a:t>
            </a:r>
            <a:r>
              <a:rPr lang="en-US" altLang="ja-JP" sz="1100" dirty="0">
                <a:solidFill>
                  <a:srgbClr val="FF0000"/>
                </a:solidFill>
              </a:rPr>
              <a:t>3</a:t>
            </a:r>
            <a:r>
              <a:rPr lang="ja-JP" altLang="en-US" sz="1100">
                <a:solidFill>
                  <a:srgbClr val="FF0000"/>
                </a:solidFill>
              </a:rPr>
              <a:t>行（</a:t>
            </a:r>
            <a:r>
              <a:rPr lang="en-US" altLang="ja-JP" sz="1100" dirty="0">
                <a:solidFill>
                  <a:srgbClr val="FF0000"/>
                </a:solidFill>
              </a:rPr>
              <a:t>PDF</a:t>
            </a:r>
            <a:r>
              <a:rPr lang="ja-JP" altLang="en-US" sz="1100">
                <a:solidFill>
                  <a:srgbClr val="FF0000"/>
                </a:solidFill>
              </a:rPr>
              <a:t>、</a:t>
            </a:r>
            <a:r>
              <a:rPr lang="en-US" altLang="ja-JP" sz="1100" dirty="0">
                <a:solidFill>
                  <a:srgbClr val="FF0000"/>
                </a:solidFill>
              </a:rPr>
              <a:t>PowerPoint</a:t>
            </a:r>
            <a:r>
              <a:rPr lang="ja-JP" altLang="en-US" sz="1100">
                <a:solidFill>
                  <a:srgbClr val="FF0000"/>
                </a:solidFill>
              </a:rPr>
              <a:t> </a:t>
            </a:r>
            <a:r>
              <a:rPr lang="en-US" altLang="ja-JP" sz="1100" dirty="0">
                <a:solidFill>
                  <a:srgbClr val="FF0000"/>
                </a:solidFill>
              </a:rPr>
              <a:t>HTML</a:t>
            </a:r>
            <a:r>
              <a:rPr lang="ja-JP" altLang="en-US" sz="1100">
                <a:solidFill>
                  <a:srgbClr val="FF0000"/>
                </a:solidFill>
              </a:rPr>
              <a:t>）に分割</a:t>
            </a:r>
            <a:endParaRPr lang="en-US" altLang="ja-JP" sz="1100" dirty="0">
              <a:solidFill>
                <a:srgbClr val="FF0000"/>
              </a:solidFill>
            </a:endParaRPr>
          </a:p>
        </p:txBody>
      </p:sp>
      <p:sp>
        <p:nvSpPr>
          <p:cNvPr id="14" name="左中かっこ 13">
            <a:extLst>
              <a:ext uri="{FF2B5EF4-FFF2-40B4-BE49-F238E27FC236}">
                <a16:creationId xmlns:a16="http://schemas.microsoft.com/office/drawing/2014/main" id="{C3DBCD79-24AB-C565-644F-CB920E53D7D8}"/>
              </a:ext>
            </a:extLst>
          </p:cNvPr>
          <p:cNvSpPr/>
          <p:nvPr/>
        </p:nvSpPr>
        <p:spPr>
          <a:xfrm>
            <a:off x="3548825" y="2379999"/>
            <a:ext cx="432410" cy="521973"/>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8EB1EF3A-7816-A185-8A6A-9BD127095693}"/>
              </a:ext>
            </a:extLst>
          </p:cNvPr>
          <p:cNvSpPr/>
          <p:nvPr/>
        </p:nvSpPr>
        <p:spPr>
          <a:xfrm>
            <a:off x="6195314" y="2741698"/>
            <a:ext cx="914400" cy="140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FF0000"/>
                </a:solidFill>
              </a:rPr>
              <a:t>✓</a:t>
            </a:r>
          </a:p>
        </p:txBody>
      </p:sp>
      <p:sp>
        <p:nvSpPr>
          <p:cNvPr id="12" name="角丸四角形 11">
            <a:extLst>
              <a:ext uri="{FF2B5EF4-FFF2-40B4-BE49-F238E27FC236}">
                <a16:creationId xmlns:a16="http://schemas.microsoft.com/office/drawing/2014/main" id="{796C1C44-D538-B717-6687-4011B19075F8}"/>
              </a:ext>
            </a:extLst>
          </p:cNvPr>
          <p:cNvSpPr/>
          <p:nvPr/>
        </p:nvSpPr>
        <p:spPr>
          <a:xfrm>
            <a:off x="4109662" y="2553162"/>
            <a:ext cx="5455578" cy="14016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3" name="角丸四角形 12">
            <a:extLst>
              <a:ext uri="{FF2B5EF4-FFF2-40B4-BE49-F238E27FC236}">
                <a16:creationId xmlns:a16="http://schemas.microsoft.com/office/drawing/2014/main" id="{2FF34280-C6AE-97B1-70AA-CA1C01BC7E81}"/>
              </a:ext>
            </a:extLst>
          </p:cNvPr>
          <p:cNvSpPr/>
          <p:nvPr/>
        </p:nvSpPr>
        <p:spPr>
          <a:xfrm>
            <a:off x="4109662" y="2746873"/>
            <a:ext cx="5455578" cy="14016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直線矢印コネクタ 16">
            <a:extLst>
              <a:ext uri="{FF2B5EF4-FFF2-40B4-BE49-F238E27FC236}">
                <a16:creationId xmlns:a16="http://schemas.microsoft.com/office/drawing/2014/main" id="{3AFACB47-F4E3-EC34-58AE-B13BDB56D057}"/>
              </a:ext>
            </a:extLst>
          </p:cNvPr>
          <p:cNvCxnSpPr>
            <a:cxnSpLocks/>
          </p:cNvCxnSpPr>
          <p:nvPr/>
        </p:nvCxnSpPr>
        <p:spPr>
          <a:xfrm flipH="1">
            <a:off x="6770670" y="886705"/>
            <a:ext cx="2259419" cy="17365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49DE5347-0EBC-9FEC-92E0-2430117FFF10}"/>
              </a:ext>
            </a:extLst>
          </p:cNvPr>
          <p:cNvSpPr txBox="1"/>
          <p:nvPr/>
        </p:nvSpPr>
        <p:spPr>
          <a:xfrm>
            <a:off x="8844337" y="455818"/>
            <a:ext cx="2486346" cy="430887"/>
          </a:xfrm>
          <a:prstGeom prst="rect">
            <a:avLst/>
          </a:prstGeom>
          <a:noFill/>
        </p:spPr>
        <p:txBody>
          <a:bodyPr wrap="square" rtlCol="0">
            <a:spAutoFit/>
          </a:bodyPr>
          <a:lstStyle/>
          <a:p>
            <a:r>
              <a:rPr lang="en-US" altLang="ja-JP" sz="1050" dirty="0">
                <a:solidFill>
                  <a:srgbClr val="FF0000"/>
                </a:solidFill>
              </a:rPr>
              <a:t>③</a:t>
            </a:r>
            <a:r>
              <a:rPr lang="ja-JP" altLang="en-US" sz="1050">
                <a:solidFill>
                  <a:srgbClr val="FF0000"/>
                </a:solidFill>
              </a:rPr>
              <a:t> </a:t>
            </a:r>
            <a:r>
              <a:rPr lang="en-US" altLang="ja-JP" sz="1050" dirty="0">
                <a:solidFill>
                  <a:srgbClr val="FF0000"/>
                </a:solidFill>
              </a:rPr>
              <a:t>①</a:t>
            </a:r>
            <a:r>
              <a:rPr lang="ja-JP" altLang="en-US" sz="1050">
                <a:solidFill>
                  <a:srgbClr val="FF0000"/>
                </a:solidFill>
              </a:rPr>
              <a:t>の変更に伴って</a:t>
            </a:r>
            <a:r>
              <a:rPr lang="en-US" altLang="ja-JP" sz="1050" dirty="0">
                <a:solidFill>
                  <a:srgbClr val="FF0000"/>
                </a:solidFill>
              </a:rPr>
              <a:t>HTML</a:t>
            </a:r>
            <a:r>
              <a:rPr lang="ja-JP" altLang="en-US" sz="1050">
                <a:solidFill>
                  <a:srgbClr val="FF0000"/>
                </a:solidFill>
              </a:rPr>
              <a:t>という文字列の記載を削除</a:t>
            </a:r>
            <a:endParaRPr lang="en-US" altLang="ja-JP" sz="1050" dirty="0">
              <a:solidFill>
                <a:srgbClr val="FF0000"/>
              </a:solidFill>
            </a:endParaRPr>
          </a:p>
        </p:txBody>
      </p:sp>
      <p:sp>
        <p:nvSpPr>
          <p:cNvPr id="21" name="正方形/長方形 20">
            <a:extLst>
              <a:ext uri="{FF2B5EF4-FFF2-40B4-BE49-F238E27FC236}">
                <a16:creationId xmlns:a16="http://schemas.microsoft.com/office/drawing/2014/main" id="{DD2E3035-DB5F-A72C-6AA5-92A321D6571B}"/>
              </a:ext>
            </a:extLst>
          </p:cNvPr>
          <p:cNvSpPr/>
          <p:nvPr/>
        </p:nvSpPr>
        <p:spPr>
          <a:xfrm>
            <a:off x="8268200" y="2379999"/>
            <a:ext cx="914400" cy="140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FF0000"/>
                </a:solidFill>
              </a:rPr>
              <a:t>✓</a:t>
            </a:r>
          </a:p>
        </p:txBody>
      </p:sp>
      <p:sp>
        <p:nvSpPr>
          <p:cNvPr id="8" name="角丸四角形 7">
            <a:extLst>
              <a:ext uri="{FF2B5EF4-FFF2-40B4-BE49-F238E27FC236}">
                <a16:creationId xmlns:a16="http://schemas.microsoft.com/office/drawing/2014/main" id="{1BB68ACF-3914-1CC1-136B-D4305584AC1D}"/>
              </a:ext>
            </a:extLst>
          </p:cNvPr>
          <p:cNvSpPr/>
          <p:nvPr/>
        </p:nvSpPr>
        <p:spPr>
          <a:xfrm>
            <a:off x="4109662" y="2379999"/>
            <a:ext cx="5455578" cy="14016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cxnSp>
        <p:nvCxnSpPr>
          <p:cNvPr id="22" name="直線矢印コネクタ 21">
            <a:extLst>
              <a:ext uri="{FF2B5EF4-FFF2-40B4-BE49-F238E27FC236}">
                <a16:creationId xmlns:a16="http://schemas.microsoft.com/office/drawing/2014/main" id="{0D87F3A9-72B0-73EC-E448-8E22E2DC8141}"/>
              </a:ext>
            </a:extLst>
          </p:cNvPr>
          <p:cNvCxnSpPr>
            <a:cxnSpLocks/>
          </p:cNvCxnSpPr>
          <p:nvPr/>
        </p:nvCxnSpPr>
        <p:spPr>
          <a:xfrm flipH="1">
            <a:off x="6840878" y="1317592"/>
            <a:ext cx="2107019" cy="145805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F6613FA5-A0BA-D507-CC65-C6D918186374}"/>
              </a:ext>
            </a:extLst>
          </p:cNvPr>
          <p:cNvCxnSpPr>
            <a:cxnSpLocks/>
          </p:cNvCxnSpPr>
          <p:nvPr/>
        </p:nvCxnSpPr>
        <p:spPr>
          <a:xfrm flipH="1">
            <a:off x="8844337" y="1707409"/>
            <a:ext cx="1603727" cy="7413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97A0B5A9-25A8-15A4-6560-1E86E412FC5A}"/>
              </a:ext>
            </a:extLst>
          </p:cNvPr>
          <p:cNvSpPr txBox="1"/>
          <p:nvPr/>
        </p:nvSpPr>
        <p:spPr>
          <a:xfrm>
            <a:off x="10448064" y="1440676"/>
            <a:ext cx="1290303" cy="577081"/>
          </a:xfrm>
          <a:prstGeom prst="rect">
            <a:avLst/>
          </a:prstGeom>
          <a:noFill/>
        </p:spPr>
        <p:txBody>
          <a:bodyPr wrap="square" rtlCol="0">
            <a:spAutoFit/>
          </a:bodyPr>
          <a:lstStyle/>
          <a:p>
            <a:r>
              <a:rPr lang="en-US" altLang="ja-JP" sz="1050" dirty="0">
                <a:solidFill>
                  <a:srgbClr val="FF0000"/>
                </a:solidFill>
              </a:rPr>
              <a:t>④</a:t>
            </a:r>
            <a:r>
              <a:rPr lang="ja-JP" altLang="en-US" sz="1050">
                <a:solidFill>
                  <a:srgbClr val="FF0000"/>
                </a:solidFill>
              </a:rPr>
              <a:t> 「✓」を行タイトル</a:t>
            </a:r>
            <a:r>
              <a:rPr lang="en-US" altLang="ja-JP" sz="1050" dirty="0">
                <a:solidFill>
                  <a:srgbClr val="FF0000"/>
                </a:solidFill>
              </a:rPr>
              <a:t>PDF</a:t>
            </a:r>
            <a:r>
              <a:rPr lang="ja-JP" altLang="en-US" sz="1050">
                <a:solidFill>
                  <a:srgbClr val="FF0000"/>
                </a:solidFill>
              </a:rPr>
              <a:t>のの行に追加。</a:t>
            </a:r>
            <a:endParaRPr lang="en-US" altLang="ja-JP" sz="1050" dirty="0">
              <a:solidFill>
                <a:srgbClr val="FF0000"/>
              </a:solidFill>
            </a:endParaRPr>
          </a:p>
        </p:txBody>
      </p:sp>
      <p:sp>
        <p:nvSpPr>
          <p:cNvPr id="29" name="テキスト ボックス 28">
            <a:extLst>
              <a:ext uri="{FF2B5EF4-FFF2-40B4-BE49-F238E27FC236}">
                <a16:creationId xmlns:a16="http://schemas.microsoft.com/office/drawing/2014/main" id="{0ABBF2BF-8D42-01ED-F5FC-730FEB4BA1A6}"/>
              </a:ext>
            </a:extLst>
          </p:cNvPr>
          <p:cNvSpPr txBox="1"/>
          <p:nvPr/>
        </p:nvSpPr>
        <p:spPr>
          <a:xfrm>
            <a:off x="9018105" y="956243"/>
            <a:ext cx="2486346" cy="577081"/>
          </a:xfrm>
          <a:prstGeom prst="rect">
            <a:avLst/>
          </a:prstGeom>
          <a:noFill/>
        </p:spPr>
        <p:txBody>
          <a:bodyPr wrap="square" rtlCol="0">
            <a:spAutoFit/>
          </a:bodyPr>
          <a:lstStyle/>
          <a:p>
            <a:r>
              <a:rPr lang="en-US" altLang="ja-JP" sz="1050" dirty="0">
                <a:solidFill>
                  <a:srgbClr val="FF0000"/>
                </a:solidFill>
              </a:rPr>
              <a:t>②</a:t>
            </a:r>
            <a:r>
              <a:rPr lang="ja-JP" altLang="en-US" sz="1050">
                <a:solidFill>
                  <a:srgbClr val="FF0000"/>
                </a:solidFill>
              </a:rPr>
              <a:t> </a:t>
            </a:r>
            <a:r>
              <a:rPr lang="en-US" altLang="ja-JP" sz="1050" dirty="0">
                <a:solidFill>
                  <a:srgbClr val="FF0000"/>
                </a:solidFill>
              </a:rPr>
              <a:t>①</a:t>
            </a:r>
            <a:r>
              <a:rPr lang="ja-JP" altLang="en-US" sz="1050">
                <a:solidFill>
                  <a:srgbClr val="FF0000"/>
                </a:solidFill>
              </a:rPr>
              <a:t>の変更に伴って「✓」という文字を追加。行タイトルが</a:t>
            </a:r>
            <a:r>
              <a:rPr lang="en-US" altLang="ja-JP" sz="1050" dirty="0">
                <a:solidFill>
                  <a:srgbClr val="FF0000"/>
                </a:solidFill>
              </a:rPr>
              <a:t>HTML</a:t>
            </a:r>
            <a:r>
              <a:rPr lang="ja-JP" altLang="en-US" sz="1050">
                <a:solidFill>
                  <a:srgbClr val="FF0000"/>
                </a:solidFill>
              </a:rPr>
              <a:t>の行のみに追加</a:t>
            </a:r>
            <a:endParaRPr lang="en-US" altLang="ja-JP" sz="1050" dirty="0">
              <a:solidFill>
                <a:srgbClr val="FF0000"/>
              </a:solidFill>
            </a:endParaRPr>
          </a:p>
        </p:txBody>
      </p:sp>
    </p:spTree>
    <p:extLst>
      <p:ext uri="{BB962C8B-B14F-4D97-AF65-F5344CB8AC3E}">
        <p14:creationId xmlns:p14="http://schemas.microsoft.com/office/powerpoint/2010/main" val="160806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497270C-C546-A438-ECCB-F66A7BCAD01C}"/>
              </a:ext>
            </a:extLst>
          </p:cNvPr>
          <p:cNvPicPr>
            <a:picLocks noChangeAspect="1"/>
          </p:cNvPicPr>
          <p:nvPr/>
        </p:nvPicPr>
        <p:blipFill>
          <a:blip r:embed="rId3"/>
          <a:stretch>
            <a:fillRect/>
          </a:stretch>
        </p:blipFill>
        <p:spPr>
          <a:xfrm>
            <a:off x="2601582" y="0"/>
            <a:ext cx="6988836" cy="6858000"/>
          </a:xfrm>
          <a:prstGeom prst="rect">
            <a:avLst/>
          </a:prstGeom>
        </p:spPr>
      </p:pic>
      <p:sp>
        <p:nvSpPr>
          <p:cNvPr id="5" name="角丸四角形 4">
            <a:extLst>
              <a:ext uri="{FF2B5EF4-FFF2-40B4-BE49-F238E27FC236}">
                <a16:creationId xmlns:a16="http://schemas.microsoft.com/office/drawing/2014/main" id="{8C49FABA-259A-7265-857C-137574288C73}"/>
              </a:ext>
            </a:extLst>
          </p:cNvPr>
          <p:cNvSpPr/>
          <p:nvPr/>
        </p:nvSpPr>
        <p:spPr>
          <a:xfrm>
            <a:off x="5254179" y="5922657"/>
            <a:ext cx="4074755" cy="5219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角丸四角形 5">
            <a:extLst>
              <a:ext uri="{FF2B5EF4-FFF2-40B4-BE49-F238E27FC236}">
                <a16:creationId xmlns:a16="http://schemas.microsoft.com/office/drawing/2014/main" id="{41D6E944-AE05-723D-F238-E74A8110DEBA}"/>
              </a:ext>
            </a:extLst>
          </p:cNvPr>
          <p:cNvSpPr/>
          <p:nvPr/>
        </p:nvSpPr>
        <p:spPr>
          <a:xfrm>
            <a:off x="5527497" y="3349372"/>
            <a:ext cx="1839074" cy="274834"/>
          </a:xfrm>
          <a:prstGeom prst="round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角丸四角形 6">
            <a:extLst>
              <a:ext uri="{FF2B5EF4-FFF2-40B4-BE49-F238E27FC236}">
                <a16:creationId xmlns:a16="http://schemas.microsoft.com/office/drawing/2014/main" id="{ED8ED6D3-D31A-8B45-0A3E-E8599F92622E}"/>
              </a:ext>
            </a:extLst>
          </p:cNvPr>
          <p:cNvSpPr/>
          <p:nvPr/>
        </p:nvSpPr>
        <p:spPr>
          <a:xfrm>
            <a:off x="7489860" y="3349372"/>
            <a:ext cx="1633592" cy="274834"/>
          </a:xfrm>
          <a:prstGeom prst="round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 name="直線矢印コネクタ 7">
            <a:extLst>
              <a:ext uri="{FF2B5EF4-FFF2-40B4-BE49-F238E27FC236}">
                <a16:creationId xmlns:a16="http://schemas.microsoft.com/office/drawing/2014/main" id="{1214B61B-4E8B-4917-E197-CB4F0D7FB175}"/>
              </a:ext>
            </a:extLst>
          </p:cNvPr>
          <p:cNvCxnSpPr>
            <a:cxnSpLocks/>
          </p:cNvCxnSpPr>
          <p:nvPr/>
        </p:nvCxnSpPr>
        <p:spPr>
          <a:xfrm flipH="1" flipV="1">
            <a:off x="7037798" y="3624206"/>
            <a:ext cx="791110" cy="22984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直線矢印コネクタ 10">
            <a:extLst>
              <a:ext uri="{FF2B5EF4-FFF2-40B4-BE49-F238E27FC236}">
                <a16:creationId xmlns:a16="http://schemas.microsoft.com/office/drawing/2014/main" id="{B7554E39-FB66-C5DA-825E-F1A2BCF50E10}"/>
              </a:ext>
            </a:extLst>
          </p:cNvPr>
          <p:cNvCxnSpPr>
            <a:cxnSpLocks/>
          </p:cNvCxnSpPr>
          <p:nvPr/>
        </p:nvCxnSpPr>
        <p:spPr>
          <a:xfrm flipH="1" flipV="1">
            <a:off x="7633699" y="3624206"/>
            <a:ext cx="318499" cy="22984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72270598-C492-20CE-0AE8-6BC752B896D2}"/>
              </a:ext>
            </a:extLst>
          </p:cNvPr>
          <p:cNvSpPr txBox="1"/>
          <p:nvPr/>
        </p:nvSpPr>
        <p:spPr>
          <a:xfrm>
            <a:off x="5992474" y="5345576"/>
            <a:ext cx="1517935" cy="577081"/>
          </a:xfrm>
          <a:prstGeom prst="rect">
            <a:avLst/>
          </a:prstGeom>
          <a:noFill/>
        </p:spPr>
        <p:txBody>
          <a:bodyPr wrap="square" rtlCol="0">
            <a:spAutoFit/>
          </a:bodyPr>
          <a:lstStyle/>
          <a:p>
            <a:r>
              <a:rPr kumimoji="1" lang="ja-JP" altLang="en-US" sz="1050">
                <a:solidFill>
                  <a:srgbClr val="FF0000"/>
                </a:solidFill>
              </a:rPr>
              <a:t>今の場所ではなく矢印のさすっ場所に左右に</a:t>
            </a:r>
            <a:r>
              <a:rPr kumimoji="1" lang="en-US" altLang="ja-JP" sz="1050" dirty="0">
                <a:solidFill>
                  <a:srgbClr val="FF0000"/>
                </a:solidFill>
              </a:rPr>
              <a:t>2</a:t>
            </a:r>
            <a:r>
              <a:rPr kumimoji="1" lang="ja-JP" altLang="en-US" sz="1050">
                <a:solidFill>
                  <a:srgbClr val="FF0000"/>
                </a:solidFill>
              </a:rPr>
              <a:t>つ配置</a:t>
            </a:r>
          </a:p>
        </p:txBody>
      </p:sp>
      <p:sp>
        <p:nvSpPr>
          <p:cNvPr id="23" name="角丸四角形 22">
            <a:extLst>
              <a:ext uri="{FF2B5EF4-FFF2-40B4-BE49-F238E27FC236}">
                <a16:creationId xmlns:a16="http://schemas.microsoft.com/office/drawing/2014/main" id="{C73E7030-C549-A6FB-6B65-E4CE7627B39B}"/>
              </a:ext>
            </a:extLst>
          </p:cNvPr>
          <p:cNvSpPr/>
          <p:nvPr/>
        </p:nvSpPr>
        <p:spPr>
          <a:xfrm>
            <a:off x="4257587" y="3940300"/>
            <a:ext cx="1141991" cy="5219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4" name="直線矢印コネクタ 23">
            <a:extLst>
              <a:ext uri="{FF2B5EF4-FFF2-40B4-BE49-F238E27FC236}">
                <a16:creationId xmlns:a16="http://schemas.microsoft.com/office/drawing/2014/main" id="{2E14C698-6549-7085-3563-A85F69819B66}"/>
              </a:ext>
            </a:extLst>
          </p:cNvPr>
          <p:cNvCxnSpPr>
            <a:cxnSpLocks/>
            <a:stCxn id="32" idx="3"/>
          </p:cNvCxnSpPr>
          <p:nvPr/>
        </p:nvCxnSpPr>
        <p:spPr>
          <a:xfrm flipV="1">
            <a:off x="1885700" y="1561672"/>
            <a:ext cx="1045324" cy="2841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2DABD732-EF10-2AF0-793A-5DF56BE2C40F}"/>
              </a:ext>
            </a:extLst>
          </p:cNvPr>
          <p:cNvSpPr txBox="1"/>
          <p:nvPr/>
        </p:nvSpPr>
        <p:spPr>
          <a:xfrm>
            <a:off x="786481" y="3749203"/>
            <a:ext cx="1517935" cy="415498"/>
          </a:xfrm>
          <a:prstGeom prst="rect">
            <a:avLst/>
          </a:prstGeom>
          <a:noFill/>
        </p:spPr>
        <p:txBody>
          <a:bodyPr wrap="square" rtlCol="0">
            <a:spAutoFit/>
          </a:bodyPr>
          <a:lstStyle/>
          <a:p>
            <a:r>
              <a:rPr kumimoji="1" lang="en-US" altLang="ja-JP" sz="1050" dirty="0">
                <a:solidFill>
                  <a:srgbClr val="FF0000"/>
                </a:solidFill>
              </a:rPr>
              <a:t>3</a:t>
            </a:r>
            <a:r>
              <a:rPr kumimoji="1" lang="ja-JP" altLang="en-US" sz="1050">
                <a:solidFill>
                  <a:srgbClr val="FF0000"/>
                </a:solidFill>
              </a:rPr>
              <a:t>行の行間をもう少し取る</a:t>
            </a:r>
          </a:p>
        </p:txBody>
      </p:sp>
      <p:sp>
        <p:nvSpPr>
          <p:cNvPr id="29" name="角丸四角形 28">
            <a:extLst>
              <a:ext uri="{FF2B5EF4-FFF2-40B4-BE49-F238E27FC236}">
                <a16:creationId xmlns:a16="http://schemas.microsoft.com/office/drawing/2014/main" id="{DE729CD3-C39B-6821-D95F-F71F923B0735}"/>
              </a:ext>
            </a:extLst>
          </p:cNvPr>
          <p:cNvSpPr/>
          <p:nvPr/>
        </p:nvSpPr>
        <p:spPr>
          <a:xfrm>
            <a:off x="2950002" y="828887"/>
            <a:ext cx="2536399" cy="3423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2" name="テキスト ボックス 31">
            <a:extLst>
              <a:ext uri="{FF2B5EF4-FFF2-40B4-BE49-F238E27FC236}">
                <a16:creationId xmlns:a16="http://schemas.microsoft.com/office/drawing/2014/main" id="{0C3C72A4-1447-31CB-727C-D00EFEA2D8D3}"/>
              </a:ext>
            </a:extLst>
          </p:cNvPr>
          <p:cNvSpPr txBox="1"/>
          <p:nvPr/>
        </p:nvSpPr>
        <p:spPr>
          <a:xfrm>
            <a:off x="367765" y="1314933"/>
            <a:ext cx="1517935" cy="1061829"/>
          </a:xfrm>
          <a:prstGeom prst="rect">
            <a:avLst/>
          </a:prstGeom>
          <a:noFill/>
        </p:spPr>
        <p:txBody>
          <a:bodyPr wrap="square" rtlCol="0">
            <a:spAutoFit/>
          </a:bodyPr>
          <a:lstStyle/>
          <a:p>
            <a:r>
              <a:rPr kumimoji="1" lang="ja-JP" altLang="en-US" sz="1050">
                <a:solidFill>
                  <a:srgbClr val="FF0000"/>
                </a:solidFill>
              </a:rPr>
              <a:t>この部分は枠線が見えないようにしてほしい。この際、表のレイアウトは変えない</a:t>
            </a:r>
            <a:endParaRPr kumimoji="1" lang="en-US" altLang="ja-JP" sz="1050" dirty="0">
              <a:solidFill>
                <a:srgbClr val="FF0000"/>
              </a:solidFill>
            </a:endParaRPr>
          </a:p>
          <a:p>
            <a:r>
              <a:rPr lang="ja-JP" altLang="en-US" sz="1050">
                <a:solidFill>
                  <a:srgbClr val="FF0000"/>
                </a:solidFill>
              </a:rPr>
              <a:t>また、概要という言葉を削除</a:t>
            </a:r>
            <a:endParaRPr kumimoji="1" lang="ja-JP" altLang="en-US" sz="1050">
              <a:solidFill>
                <a:srgbClr val="FF0000"/>
              </a:solidFill>
            </a:endParaRPr>
          </a:p>
        </p:txBody>
      </p:sp>
      <p:pic>
        <p:nvPicPr>
          <p:cNvPr id="34" name="図 33">
            <a:extLst>
              <a:ext uri="{FF2B5EF4-FFF2-40B4-BE49-F238E27FC236}">
                <a16:creationId xmlns:a16="http://schemas.microsoft.com/office/drawing/2014/main" id="{5130E2DC-43DF-0F0B-DAD4-567D4760AECE}"/>
              </a:ext>
            </a:extLst>
          </p:cNvPr>
          <p:cNvPicPr>
            <a:picLocks noChangeAspect="1"/>
          </p:cNvPicPr>
          <p:nvPr/>
        </p:nvPicPr>
        <p:blipFill>
          <a:blip r:embed="rId4"/>
          <a:stretch>
            <a:fillRect/>
          </a:stretch>
        </p:blipFill>
        <p:spPr>
          <a:xfrm>
            <a:off x="2545521" y="0"/>
            <a:ext cx="7100957" cy="6858000"/>
          </a:xfrm>
          <a:prstGeom prst="rect">
            <a:avLst/>
          </a:prstGeom>
        </p:spPr>
      </p:pic>
      <p:cxnSp>
        <p:nvCxnSpPr>
          <p:cNvPr id="36" name="直線コネクタ 35">
            <a:extLst>
              <a:ext uri="{FF2B5EF4-FFF2-40B4-BE49-F238E27FC236}">
                <a16:creationId xmlns:a16="http://schemas.microsoft.com/office/drawing/2014/main" id="{8CE315BD-FAD2-2601-5307-37E7497A4DB2}"/>
              </a:ext>
            </a:extLst>
          </p:cNvPr>
          <p:cNvCxnSpPr/>
          <p:nvPr/>
        </p:nvCxnSpPr>
        <p:spPr>
          <a:xfrm>
            <a:off x="4551452" y="4633645"/>
            <a:ext cx="409938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387C37A1-6967-EFB9-2093-00E1392CF06A}"/>
              </a:ext>
            </a:extLst>
          </p:cNvPr>
          <p:cNvCxnSpPr/>
          <p:nvPr/>
        </p:nvCxnSpPr>
        <p:spPr>
          <a:xfrm>
            <a:off x="4539468" y="4786045"/>
            <a:ext cx="409938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54E188D2-3D3B-7D18-0CC4-7F784FA6AA97}"/>
              </a:ext>
            </a:extLst>
          </p:cNvPr>
          <p:cNvCxnSpPr/>
          <p:nvPr/>
        </p:nvCxnSpPr>
        <p:spPr>
          <a:xfrm>
            <a:off x="4548032" y="4938445"/>
            <a:ext cx="409938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9" name="角丸四角形 38">
            <a:extLst>
              <a:ext uri="{FF2B5EF4-FFF2-40B4-BE49-F238E27FC236}">
                <a16:creationId xmlns:a16="http://schemas.microsoft.com/office/drawing/2014/main" id="{95E359A7-C717-A463-FAEA-9BCB03C3FDCC}"/>
              </a:ext>
            </a:extLst>
          </p:cNvPr>
          <p:cNvSpPr/>
          <p:nvPr/>
        </p:nvSpPr>
        <p:spPr>
          <a:xfrm>
            <a:off x="4277773" y="4464300"/>
            <a:ext cx="5184725" cy="5219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0" name="直線矢印コネクタ 39">
            <a:extLst>
              <a:ext uri="{FF2B5EF4-FFF2-40B4-BE49-F238E27FC236}">
                <a16:creationId xmlns:a16="http://schemas.microsoft.com/office/drawing/2014/main" id="{78DCC87D-292C-00EF-FEDF-3FA92AAD4BC9}"/>
              </a:ext>
            </a:extLst>
          </p:cNvPr>
          <p:cNvCxnSpPr>
            <a:cxnSpLocks/>
          </p:cNvCxnSpPr>
          <p:nvPr/>
        </p:nvCxnSpPr>
        <p:spPr>
          <a:xfrm flipH="1">
            <a:off x="9462498" y="4046775"/>
            <a:ext cx="523983" cy="4154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3" name="テキスト ボックス 42">
            <a:extLst>
              <a:ext uri="{FF2B5EF4-FFF2-40B4-BE49-F238E27FC236}">
                <a16:creationId xmlns:a16="http://schemas.microsoft.com/office/drawing/2014/main" id="{A64F4EAD-9471-E234-A80C-52FC2F65EA8F}"/>
              </a:ext>
            </a:extLst>
          </p:cNvPr>
          <p:cNvSpPr txBox="1"/>
          <p:nvPr/>
        </p:nvSpPr>
        <p:spPr>
          <a:xfrm>
            <a:off x="10186319" y="3704017"/>
            <a:ext cx="1517935" cy="900246"/>
          </a:xfrm>
          <a:prstGeom prst="rect">
            <a:avLst/>
          </a:prstGeom>
          <a:noFill/>
        </p:spPr>
        <p:txBody>
          <a:bodyPr wrap="square" rtlCol="0">
            <a:spAutoFit/>
          </a:bodyPr>
          <a:lstStyle/>
          <a:p>
            <a:r>
              <a:rPr kumimoji="1" lang="en-US" altLang="ja-JP" sz="1050" dirty="0">
                <a:solidFill>
                  <a:srgbClr val="FF0000"/>
                </a:solidFill>
              </a:rPr>
              <a:t>PDF</a:t>
            </a:r>
            <a:r>
              <a:rPr kumimoji="1" lang="ja-JP" altLang="en-US" sz="1050">
                <a:solidFill>
                  <a:srgbClr val="FF0000"/>
                </a:solidFill>
              </a:rPr>
              <a:t>、</a:t>
            </a:r>
            <a:r>
              <a:rPr kumimoji="1" lang="en-US" altLang="ja-JP" sz="1050" dirty="0">
                <a:solidFill>
                  <a:srgbClr val="FF0000"/>
                </a:solidFill>
              </a:rPr>
              <a:t>PowerPoint</a:t>
            </a:r>
            <a:r>
              <a:rPr kumimoji="1" lang="ja-JP" altLang="en-US" sz="1050">
                <a:solidFill>
                  <a:srgbClr val="FF0000"/>
                </a:solidFill>
              </a:rPr>
              <a:t>、</a:t>
            </a:r>
            <a:r>
              <a:rPr kumimoji="1" lang="en-US" altLang="ja-JP" sz="1050" dirty="0">
                <a:solidFill>
                  <a:srgbClr val="FF0000"/>
                </a:solidFill>
              </a:rPr>
              <a:t>HTML</a:t>
            </a:r>
            <a:r>
              <a:rPr kumimoji="1" lang="ja-JP" altLang="en-US" sz="1050">
                <a:solidFill>
                  <a:srgbClr val="FF0000"/>
                </a:solidFill>
              </a:rPr>
              <a:t>という行タイトルと、「✓」の縦位置が合っていないので合わせてください</a:t>
            </a:r>
          </a:p>
        </p:txBody>
      </p:sp>
      <p:sp>
        <p:nvSpPr>
          <p:cNvPr id="44" name="角丸四角形 43">
            <a:extLst>
              <a:ext uri="{FF2B5EF4-FFF2-40B4-BE49-F238E27FC236}">
                <a16:creationId xmlns:a16="http://schemas.microsoft.com/office/drawing/2014/main" id="{A7F636F9-F034-A339-958B-E7A4F012E5D2}"/>
              </a:ext>
            </a:extLst>
          </p:cNvPr>
          <p:cNvSpPr/>
          <p:nvPr/>
        </p:nvSpPr>
        <p:spPr>
          <a:xfrm>
            <a:off x="2950002" y="1062666"/>
            <a:ext cx="2711059" cy="9374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171993492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555</Words>
  <Application>Microsoft Macintosh PowerPoint</Application>
  <PresentationFormat>ワイド画面</PresentationFormat>
  <Paragraphs>65</Paragraphs>
  <Slides>5</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system-ui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Kazuyoshi Terui</dc:creator>
  <cp:lastModifiedBy>Kazuyoshi Terui</cp:lastModifiedBy>
  <cp:revision>1</cp:revision>
  <dcterms:created xsi:type="dcterms:W3CDTF">2025-11-03T21:07:07Z</dcterms:created>
  <dcterms:modified xsi:type="dcterms:W3CDTF">2025-11-04T01:34:27Z</dcterms:modified>
</cp:coreProperties>
</file>